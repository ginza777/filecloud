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306" r:id="rId2"/>
    <p:sldId id="316" r:id="rId3"/>
    <p:sldId id="256" r:id="rId4"/>
    <p:sldId id="307" r:id="rId5"/>
    <p:sldId id="308" r:id="rId6"/>
    <p:sldId id="309" r:id="rId7"/>
    <p:sldId id="310" r:id="rId8"/>
    <p:sldId id="311" r:id="rId9"/>
    <p:sldId id="312" r:id="rId10"/>
    <p:sldId id="313" r:id="rId11"/>
    <p:sldId id="314" r:id="rId12"/>
    <p:sldId id="315" r:id="rId13"/>
    <p:sldId id="317" r:id="rId14"/>
    <p:sldId id="31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31" autoAdjust="0"/>
    <p:restoredTop sz="94660"/>
  </p:normalViewPr>
  <p:slideViewPr>
    <p:cSldViewPr snapToGrid="0">
      <p:cViewPr varScale="1">
        <p:scale>
          <a:sx n="74" d="100"/>
          <a:sy n="74"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ru-RU"/>
              <a:t>Образец заголовка</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275F46AF-F7F5-4647-9AA6-0D43D2D4BD85}" type="datetimeFigureOut">
              <a:rPr lang="ru-RU" smtClean="0"/>
              <a:t>07.12.2023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4255831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75F46AF-F7F5-4647-9AA6-0D43D2D4BD85}" type="datetimeFigureOut">
              <a:rPr lang="ru-RU" smtClean="0"/>
              <a:t>07.12.2023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1483163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ru-RU"/>
              <a:t>Образец заголовка</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275F46AF-F7F5-4647-9AA6-0D43D2D4BD85}" type="datetimeFigureOut">
              <a:rPr lang="ru-RU" smtClean="0"/>
              <a:t>07.12.2023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500449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275F46AF-F7F5-4647-9AA6-0D43D2D4BD85}" type="datetimeFigureOut">
              <a:rPr lang="ru-RU" smtClean="0"/>
              <a:t>07.12.2023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295100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913795" y="2912232"/>
            <a:ext cx="5107208" cy="287896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912232"/>
            <a:ext cx="5095357" cy="287896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275F46AF-F7F5-4647-9AA6-0D43D2D4BD85}" type="datetimeFigureOut">
              <a:rPr lang="ru-RU" smtClean="0"/>
              <a:t>07.12.2023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2182746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275F46AF-F7F5-4647-9AA6-0D43D2D4BD85}" type="datetimeFigureOut">
              <a:rPr lang="ru-RU" smtClean="0"/>
              <a:t>07.12.2023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3261961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5F46AF-F7F5-4647-9AA6-0D43D2D4BD85}" type="datetimeFigureOut">
              <a:rPr lang="ru-RU" smtClean="0"/>
              <a:t>07.12.2023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1351326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ru-RU"/>
              <a:t>Образец заголовка</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75F46AF-F7F5-4647-9AA6-0D43D2D4BD85}" type="datetimeFigureOut">
              <a:rPr lang="ru-RU" smtClean="0"/>
              <a:t>07.12.2023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2490479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75F46AF-F7F5-4647-9AA6-0D43D2D4BD85}" type="datetimeFigureOut">
              <a:rPr lang="ru-RU" smtClean="0"/>
              <a:t>07.12.2023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2202423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75F46AF-F7F5-4647-9AA6-0D43D2D4BD85}" type="datetimeFigureOut">
              <a:rPr lang="ru-RU" smtClean="0"/>
              <a:t>07.12.2023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1688626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75F46AF-F7F5-4647-9AA6-0D43D2D4BD85}" type="datetimeFigureOut">
              <a:rPr lang="ru-RU" smtClean="0"/>
              <a:t>07.12.2023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423013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75F46AF-F7F5-4647-9AA6-0D43D2D4BD85}" type="datetimeFigureOut">
              <a:rPr lang="ru-RU" smtClean="0"/>
              <a:t>07.12.2023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7D9D8B9-DC89-49E4-9540-15AB3BEF4259}" type="slidenum">
              <a:rPr lang="ru-RU" smtClean="0"/>
              <a:t>‹#›</a:t>
            </a:fld>
            <a:endParaRPr lang="ru-RU"/>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8331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275F46AF-F7F5-4647-9AA6-0D43D2D4BD85}" type="datetimeFigureOut">
              <a:rPr lang="ru-RU" smtClean="0"/>
              <a:t>07.12.2023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272216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ru-RU"/>
              <a:t>Образец заголовка</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275F46AF-F7F5-4647-9AA6-0D43D2D4BD85}" type="datetimeFigureOut">
              <a:rPr lang="ru-RU" smtClean="0"/>
              <a:t>07.12.2023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21204151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275F46AF-F7F5-4647-9AA6-0D43D2D4BD85}" type="datetimeFigureOut">
              <a:rPr lang="ru-RU" smtClean="0"/>
              <a:t>07.12.2023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3992043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75F46AF-F7F5-4647-9AA6-0D43D2D4BD85}" type="datetimeFigureOut">
              <a:rPr lang="ru-RU" smtClean="0"/>
              <a:t>07.12.2023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4043860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75F46AF-F7F5-4647-9AA6-0D43D2D4BD85}" type="datetimeFigureOut">
              <a:rPr lang="ru-RU" smtClean="0"/>
              <a:t>07.12.2023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7D9D8B9-DC89-49E4-9540-15AB3BEF4259}" type="slidenum">
              <a:rPr lang="ru-RU" smtClean="0"/>
              <a:t>‹#›</a:t>
            </a:fld>
            <a:endParaRPr lang="ru-RU"/>
          </a:p>
        </p:txBody>
      </p:sp>
    </p:spTree>
    <p:extLst>
      <p:ext uri="{BB962C8B-B14F-4D97-AF65-F5344CB8AC3E}">
        <p14:creationId xmlns:p14="http://schemas.microsoft.com/office/powerpoint/2010/main" val="843608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7576967" y="3015133"/>
            <a:ext cx="3664000" cy="16660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4800" b="1">
                <a:solidFill>
                  <a:schemeClr val="accent1"/>
                </a:solidFill>
                <a:latin typeface="Fira Sans Extra Condensed"/>
                <a:ea typeface="Fira Sans Extra Condensed"/>
                <a:cs typeface="Fira Sans Extra Condensed"/>
                <a:sym typeface="Fira Sans Extra Condensed"/>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4" name="Google Shape;14;p3"/>
          <p:cNvSpPr txBox="1">
            <a:spLocks noGrp="1"/>
          </p:cNvSpPr>
          <p:nvPr>
            <p:ph type="title" idx="2" hasCustomPrompt="1"/>
          </p:nvPr>
        </p:nvSpPr>
        <p:spPr>
          <a:xfrm>
            <a:off x="7576967" y="2035200"/>
            <a:ext cx="3664000" cy="1593200"/>
          </a:xfrm>
          <a:prstGeom prst="rect">
            <a:avLst/>
          </a:prstGeom>
        </p:spPr>
        <p:txBody>
          <a:bodyPr spcFirstLastPara="1" wrap="square" lIns="91425" tIns="91425" rIns="91425" bIns="91425" anchor="t" anchorCtr="0">
            <a:normAutofit/>
          </a:bodyPr>
          <a:lstStyle>
            <a:lvl1pPr lvl="0" rtl="0">
              <a:spcBef>
                <a:spcPts val="0"/>
              </a:spcBef>
              <a:spcAft>
                <a:spcPts val="0"/>
              </a:spcAft>
              <a:buSzPts val="4800"/>
              <a:buFont typeface="Fira Sans Extra Condensed"/>
              <a:buNone/>
              <a:defRPr sz="6400" b="1">
                <a:solidFill>
                  <a:srgbClr val="FAD860"/>
                </a:solidFill>
                <a:latin typeface="Fira Sans Extra Condensed"/>
                <a:ea typeface="Fira Sans Extra Condensed"/>
                <a:cs typeface="Fira Sans Extra Condensed"/>
                <a:sym typeface="Fira Sans Extra Condensed"/>
              </a:defRPr>
            </a:lvl1pPr>
            <a:lvl2pPr lvl="1"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2pPr>
            <a:lvl3pPr lvl="2"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3pPr>
            <a:lvl4pPr lvl="3"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4pPr>
            <a:lvl5pPr lvl="4"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5pPr>
            <a:lvl6pPr lvl="5"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6pPr>
            <a:lvl7pPr lvl="6"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7pPr>
            <a:lvl8pPr lvl="7"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8pPr>
            <a:lvl9pPr lvl="8" rtl="0">
              <a:spcBef>
                <a:spcPts val="0"/>
              </a:spcBef>
              <a:spcAft>
                <a:spcPts val="0"/>
              </a:spcAft>
              <a:buSzPts val="4800"/>
              <a:buFont typeface="Fira Sans Extra Condensed"/>
              <a:buNone/>
              <a:defRPr sz="6400" b="1">
                <a:latin typeface="Fira Sans Extra Condensed"/>
                <a:ea typeface="Fira Sans Extra Condensed"/>
                <a:cs typeface="Fira Sans Extra Condensed"/>
                <a:sym typeface="Fira Sans Extra Condensed"/>
              </a:defRPr>
            </a:lvl9pPr>
          </a:lstStyle>
          <a:p>
            <a:r>
              <a:t>xx%</a:t>
            </a:r>
          </a:p>
        </p:txBody>
      </p:sp>
    </p:spTree>
    <p:extLst>
      <p:ext uri="{BB962C8B-B14F-4D97-AF65-F5344CB8AC3E}">
        <p14:creationId xmlns:p14="http://schemas.microsoft.com/office/powerpoint/2010/main" val="1823823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75F46AF-F7F5-4647-9AA6-0D43D2D4BD85}" type="datetimeFigureOut">
              <a:rPr lang="ru-RU" smtClean="0"/>
              <a:t>07.12.2023</a:t>
            </a:fld>
            <a:endParaRPr lang="ru-RU"/>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7D9D8B9-DC89-49E4-9540-15AB3BEF4259}" type="slidenum">
              <a:rPr lang="ru-RU" smtClean="0"/>
              <a:t>‹#›</a:t>
            </a:fld>
            <a:endParaRPr lang="ru-RU"/>
          </a:p>
        </p:txBody>
      </p:sp>
    </p:spTree>
    <p:extLst>
      <p:ext uri="{BB962C8B-B14F-4D97-AF65-F5344CB8AC3E}">
        <p14:creationId xmlns:p14="http://schemas.microsoft.com/office/powerpoint/2010/main" val="1105707111"/>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71D398-1311-439A-BEB7-A16415F973CC}"/>
              </a:ext>
            </a:extLst>
          </p:cNvPr>
          <p:cNvSpPr txBox="1"/>
          <p:nvPr/>
        </p:nvSpPr>
        <p:spPr>
          <a:xfrm>
            <a:off x="461493" y="2274838"/>
            <a:ext cx="11449317" cy="2308324"/>
          </a:xfrm>
          <a:prstGeom prst="rect">
            <a:avLst/>
          </a:prstGeom>
          <a:noFill/>
        </p:spPr>
        <p:txBody>
          <a:bodyPr wrap="square" rtlCol="0">
            <a:spAutoFit/>
          </a:bodyPr>
          <a:lstStyle/>
          <a:p>
            <a:pPr algn="ctr"/>
            <a:r>
              <a:rPr lang="en-US" sz="4800" b="1" dirty="0" err="1"/>
              <a:t>Mehnat</a:t>
            </a:r>
            <a:r>
              <a:rPr lang="en-US" sz="4800" b="1" dirty="0"/>
              <a:t> </a:t>
            </a:r>
            <a:r>
              <a:rPr lang="en-US" sz="4800" b="1" dirty="0" err="1"/>
              <a:t>sharoitlarini</a:t>
            </a:r>
            <a:r>
              <a:rPr lang="en-US" sz="4800" b="1" dirty="0"/>
              <a:t> </a:t>
            </a:r>
            <a:r>
              <a:rPr lang="en-US" sz="4800" b="1" dirty="0" err="1"/>
              <a:t>yaxshilash</a:t>
            </a:r>
            <a:r>
              <a:rPr lang="en-US" sz="4800" b="1" dirty="0"/>
              <a:t> </a:t>
            </a:r>
            <a:r>
              <a:rPr lang="en-US" sz="4800" b="1" dirty="0" err="1"/>
              <a:t>va</a:t>
            </a:r>
            <a:r>
              <a:rPr lang="en-US" sz="4800" b="1" dirty="0"/>
              <a:t> </a:t>
            </a:r>
            <a:r>
              <a:rPr lang="en-US" sz="4800" b="1" dirty="0" err="1"/>
              <a:t>ishlab</a:t>
            </a:r>
            <a:r>
              <a:rPr lang="en-US" sz="4800" b="1" dirty="0"/>
              <a:t> </a:t>
            </a:r>
            <a:r>
              <a:rPr lang="en-US" sz="4800" b="1" dirty="0" err="1"/>
              <a:t>chiqarish</a:t>
            </a:r>
            <a:r>
              <a:rPr lang="en-US" sz="4800" b="1" dirty="0"/>
              <a:t> </a:t>
            </a:r>
            <a:r>
              <a:rPr lang="en-US" sz="4800" b="1" dirty="0" err="1"/>
              <a:t>madanivati</a:t>
            </a:r>
            <a:r>
              <a:rPr lang="en-US" sz="4800" b="1" dirty="0"/>
              <a:t>.  </a:t>
            </a:r>
            <a:r>
              <a:rPr lang="en-US" sz="4800" b="1" dirty="0" err="1"/>
              <a:t>Mehnat</a:t>
            </a:r>
            <a:r>
              <a:rPr lang="en-US" sz="4800" b="1" dirty="0"/>
              <a:t> </a:t>
            </a:r>
            <a:r>
              <a:rPr lang="en-US" sz="4800" b="1" dirty="0" err="1"/>
              <a:t>va</a:t>
            </a:r>
            <a:r>
              <a:rPr lang="en-US" sz="4800" b="1" dirty="0"/>
              <a:t> dam </a:t>
            </a:r>
            <a:r>
              <a:rPr lang="en-US" sz="4800" b="1" dirty="0" err="1"/>
              <a:t>olish</a:t>
            </a:r>
            <a:r>
              <a:rPr lang="en-US" sz="4800" b="1" dirty="0"/>
              <a:t> </a:t>
            </a:r>
            <a:r>
              <a:rPr lang="en-US" sz="4800" b="1" dirty="0" err="1"/>
              <a:t>sharoitlari</a:t>
            </a:r>
            <a:r>
              <a:rPr lang="en-US" sz="4800" dirty="0"/>
              <a:t> .</a:t>
            </a:r>
            <a:endParaRPr lang="ru-RU" sz="4800" dirty="0"/>
          </a:p>
        </p:txBody>
      </p:sp>
    </p:spTree>
    <p:extLst>
      <p:ext uri="{BB962C8B-B14F-4D97-AF65-F5344CB8AC3E}">
        <p14:creationId xmlns:p14="http://schemas.microsoft.com/office/powerpoint/2010/main" val="400369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048015-8CEC-425A-BA87-18A747C6491C}"/>
              </a:ext>
            </a:extLst>
          </p:cNvPr>
          <p:cNvSpPr txBox="1"/>
          <p:nvPr/>
        </p:nvSpPr>
        <p:spPr>
          <a:xfrm>
            <a:off x="5239555" y="-115910"/>
            <a:ext cx="1712889" cy="769441"/>
          </a:xfrm>
          <a:prstGeom prst="rect">
            <a:avLst/>
          </a:prstGeom>
          <a:noFill/>
        </p:spPr>
        <p:txBody>
          <a:bodyPr wrap="square" rtlCol="0">
            <a:spAutoFit/>
          </a:bodyPr>
          <a:lstStyle/>
          <a:p>
            <a:r>
              <a:rPr lang="en-US" sz="4400" dirty="0" err="1"/>
              <a:t>Reja</a:t>
            </a:r>
            <a:r>
              <a:rPr lang="en-US" sz="4400" dirty="0"/>
              <a:t>:</a:t>
            </a:r>
            <a:endParaRPr lang="ru-RU" sz="4400" dirty="0"/>
          </a:p>
        </p:txBody>
      </p:sp>
      <p:sp>
        <p:nvSpPr>
          <p:cNvPr id="5" name="TextBox 4">
            <a:extLst>
              <a:ext uri="{FF2B5EF4-FFF2-40B4-BE49-F238E27FC236}">
                <a16:creationId xmlns:a16="http://schemas.microsoft.com/office/drawing/2014/main" id="{F6DCC55A-12C9-4B8B-B0AA-B0FBE53B8452}"/>
              </a:ext>
            </a:extLst>
          </p:cNvPr>
          <p:cNvSpPr txBox="1"/>
          <p:nvPr/>
        </p:nvSpPr>
        <p:spPr>
          <a:xfrm>
            <a:off x="128789" y="991673"/>
            <a:ext cx="12260687" cy="2554545"/>
          </a:xfrm>
          <a:prstGeom prst="rect">
            <a:avLst/>
          </a:prstGeom>
          <a:noFill/>
        </p:spPr>
        <p:txBody>
          <a:bodyPr wrap="square" rtlCol="0">
            <a:spAutoFit/>
          </a:bodyPr>
          <a:lstStyle/>
          <a:p>
            <a:pPr marL="342900" indent="-342900" algn="just">
              <a:buAutoNum type="arabicPeriod"/>
            </a:pPr>
            <a:r>
              <a:rPr lang="en-US" sz="3200" dirty="0" err="1"/>
              <a:t>Bоzоr</a:t>
            </a:r>
            <a:r>
              <a:rPr lang="en-US" sz="3200" dirty="0"/>
              <a:t> </a:t>
            </a:r>
            <a:r>
              <a:rPr lang="en-US" sz="3200" dirty="0" err="1"/>
              <a:t>iqtisоdiyoti</a:t>
            </a:r>
            <a:r>
              <a:rPr lang="en-US" sz="3200" dirty="0"/>
              <a:t> </a:t>
            </a:r>
            <a:r>
              <a:rPr lang="en-US" sz="3200" dirty="0" err="1"/>
              <a:t>shаrоitidа</a:t>
            </a:r>
            <a:r>
              <a:rPr lang="en-US" sz="3200" dirty="0"/>
              <a:t> </a:t>
            </a:r>
            <a:r>
              <a:rPr lang="en-US" sz="3200" dirty="0" err="1"/>
              <a:t>ishlаb</a:t>
            </a:r>
            <a:r>
              <a:rPr lang="en-US" sz="3200" dirty="0"/>
              <a:t> </a:t>
            </a:r>
            <a:r>
              <a:rPr lang="en-US" sz="3200" dirty="0" err="1"/>
              <a:t>chiqаrish</a:t>
            </a:r>
            <a:r>
              <a:rPr lang="en-US" sz="3200" dirty="0"/>
              <a:t>, </a:t>
            </a:r>
            <a:r>
              <a:rPr lang="en-US" sz="3200" dirty="0" err="1"/>
              <a:t>xizmаt</a:t>
            </a:r>
            <a:r>
              <a:rPr lang="en-US" sz="3200" dirty="0"/>
              <a:t> </a:t>
            </a:r>
            <a:r>
              <a:rPr lang="en-US" sz="3200" dirty="0" err="1"/>
              <a:t>ko’rsаtishdа</a:t>
            </a:r>
            <a:r>
              <a:rPr lang="en-US" sz="3200" dirty="0"/>
              <a:t> </a:t>
            </a:r>
            <a:r>
              <a:rPr lang="en-US" sz="3200" dirty="0" err="1"/>
              <a:t>mеhnаt</a:t>
            </a:r>
            <a:r>
              <a:rPr lang="en-US" sz="3200" dirty="0"/>
              <a:t> </a:t>
            </a:r>
            <a:r>
              <a:rPr lang="en-US" sz="3200" dirty="0" err="1"/>
              <a:t>shаrоitlаri</a:t>
            </a:r>
            <a:r>
              <a:rPr lang="en-US" sz="3200" dirty="0"/>
              <a:t> </a:t>
            </a:r>
            <a:r>
              <a:rPr lang="en-US" sz="3200" dirty="0" err="1"/>
              <a:t>vа</a:t>
            </a:r>
            <a:r>
              <a:rPr lang="en-US" sz="3200" dirty="0"/>
              <a:t> </a:t>
            </a:r>
            <a:r>
              <a:rPr lang="en-US" sz="3200" dirty="0" err="1"/>
              <a:t>ishlаb</a:t>
            </a:r>
            <a:r>
              <a:rPr lang="en-US" sz="3200" dirty="0"/>
              <a:t> </a:t>
            </a:r>
            <a:r>
              <a:rPr lang="en-US" sz="3200" dirty="0" err="1"/>
              <a:t>chiqаrish</a:t>
            </a:r>
            <a:r>
              <a:rPr lang="en-US" sz="3200" dirty="0"/>
              <a:t> </a:t>
            </a:r>
            <a:r>
              <a:rPr lang="en-US" sz="3200" dirty="0" err="1"/>
              <a:t>mаdаniyatining</a:t>
            </a:r>
            <a:r>
              <a:rPr lang="en-US" sz="3200" dirty="0"/>
              <a:t> </a:t>
            </a:r>
            <a:r>
              <a:rPr lang="en-US" sz="3200" dirty="0" err="1"/>
              <a:t>аhаmiyati</a:t>
            </a:r>
            <a:r>
              <a:rPr lang="en-US" sz="3200" dirty="0"/>
              <a:t>.</a:t>
            </a:r>
          </a:p>
          <a:p>
            <a:pPr marL="342900" indent="-342900" algn="just">
              <a:buAutoNum type="arabicPeriod"/>
            </a:pPr>
            <a:r>
              <a:rPr lang="en-US" sz="3200" dirty="0" err="1"/>
              <a:t>Mеhnаt</a:t>
            </a:r>
            <a:r>
              <a:rPr lang="en-US" sz="3200" dirty="0"/>
              <a:t> </a:t>
            </a:r>
            <a:r>
              <a:rPr lang="en-US" sz="3200" dirty="0" err="1"/>
              <a:t>shаrоitlаrini</a:t>
            </a:r>
            <a:r>
              <a:rPr lang="en-US" sz="3200" dirty="0"/>
              <a:t> </a:t>
            </a:r>
            <a:r>
              <a:rPr lang="en-US" sz="3200" dirty="0" err="1"/>
              <a:t>yaxshilаsh</a:t>
            </a:r>
            <a:r>
              <a:rPr lang="en-US" sz="3200" dirty="0"/>
              <a:t>.</a:t>
            </a:r>
          </a:p>
          <a:p>
            <a:pPr marL="342900" indent="-342900" algn="just">
              <a:buFontTx/>
              <a:buAutoNum type="arabicPeriod"/>
            </a:pPr>
            <a:r>
              <a:rPr lang="en-US" sz="3200" dirty="0"/>
              <a:t> </a:t>
            </a:r>
            <a:r>
              <a:rPr lang="en-US" sz="3200" dirty="0" err="1"/>
              <a:t>Kоrxоnаlаrdа</a:t>
            </a:r>
            <a:r>
              <a:rPr lang="en-US" sz="3200" dirty="0"/>
              <a:t> </a:t>
            </a:r>
            <a:r>
              <a:rPr lang="en-US" sz="3200" dirty="0" err="1"/>
              <a:t>ishlаsh</a:t>
            </a:r>
            <a:r>
              <a:rPr lang="en-US" sz="3200" dirty="0"/>
              <a:t> </a:t>
            </a:r>
            <a:r>
              <a:rPr lang="en-US" sz="3200" dirty="0" err="1"/>
              <a:t>vа</a:t>
            </a:r>
            <a:r>
              <a:rPr lang="en-US" sz="3200" dirty="0"/>
              <a:t> </a:t>
            </a:r>
            <a:r>
              <a:rPr lang="en-US" sz="3200" dirty="0" err="1"/>
              <a:t>dаm</a:t>
            </a:r>
            <a:r>
              <a:rPr lang="en-US" sz="3200" dirty="0"/>
              <a:t> </a:t>
            </a:r>
            <a:r>
              <a:rPr lang="en-US" sz="3200" dirty="0" err="1"/>
              <a:t>оlish</a:t>
            </a:r>
            <a:r>
              <a:rPr lang="en-US" sz="3200" dirty="0"/>
              <a:t> </a:t>
            </a:r>
            <a:r>
              <a:rPr lang="en-US" sz="3200" dirty="0" err="1"/>
              <a:t>tаrtibi</a:t>
            </a:r>
            <a:r>
              <a:rPr lang="en-US" sz="3200" dirty="0"/>
              <a:t>.</a:t>
            </a:r>
            <a:endParaRPr lang="ru-RU" sz="3200" dirty="0"/>
          </a:p>
        </p:txBody>
      </p:sp>
    </p:spTree>
    <p:extLst>
      <p:ext uri="{BB962C8B-B14F-4D97-AF65-F5344CB8AC3E}">
        <p14:creationId xmlns:p14="http://schemas.microsoft.com/office/powerpoint/2010/main" val="2874806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926F9C-FBB3-468E-945F-48E4EFB67D4D}"/>
              </a:ext>
            </a:extLst>
          </p:cNvPr>
          <p:cNvSpPr txBox="1"/>
          <p:nvPr/>
        </p:nvSpPr>
        <p:spPr>
          <a:xfrm>
            <a:off x="0" y="0"/>
            <a:ext cx="6096000" cy="4056845"/>
          </a:xfrm>
          <a:prstGeom prst="rect">
            <a:avLst/>
          </a:prstGeom>
          <a:noFill/>
        </p:spPr>
        <p:txBody>
          <a:bodyPr wrap="square" rtlCol="0">
            <a:spAutoFit/>
          </a:bodyPr>
          <a:lstStyle/>
          <a:p>
            <a:pPr algn="just"/>
            <a:r>
              <a:rPr lang="en-US" sz="2000" dirty="0"/>
              <a:t>	</a:t>
            </a:r>
            <a:r>
              <a:rPr lang="en-US" sz="2000" dirty="0" err="1"/>
              <a:t>Mеhnаt</a:t>
            </a:r>
            <a:r>
              <a:rPr lang="en-US" sz="2000" dirty="0"/>
              <a:t> </a:t>
            </a:r>
            <a:r>
              <a:rPr lang="en-US" sz="2000" dirty="0" err="1"/>
              <a:t>shаrоitlаrini</a:t>
            </a:r>
            <a:r>
              <a:rPr lang="en-US" sz="2000" dirty="0"/>
              <a:t> </a:t>
            </a:r>
            <a:r>
              <a:rPr lang="en-US" sz="2000" dirty="0" err="1"/>
              <a:t>hаr</a:t>
            </a:r>
            <a:r>
              <a:rPr lang="en-US" sz="2000" dirty="0"/>
              <a:t> </a:t>
            </a:r>
            <a:r>
              <a:rPr lang="en-US" sz="2000" dirty="0" err="1"/>
              <a:t>tоmоnlаmа</a:t>
            </a:r>
            <a:r>
              <a:rPr lang="en-US" sz="2000" dirty="0"/>
              <a:t> </a:t>
            </a:r>
            <a:r>
              <a:rPr lang="en-US" sz="2000" dirty="0" err="1"/>
              <a:t>sоg’lоmlаshtirish</a:t>
            </a:r>
            <a:r>
              <a:rPr lang="en-US" sz="2000" dirty="0"/>
              <a:t> </a:t>
            </a:r>
            <a:r>
              <a:rPr lang="en-US" sz="2000" dirty="0" err="1"/>
              <a:t>vа</a:t>
            </a:r>
            <a:r>
              <a:rPr lang="en-US" sz="2000" dirty="0"/>
              <a:t> </a:t>
            </a:r>
            <a:r>
              <a:rPr lang="en-US" sz="2000" dirty="0" err="1"/>
              <a:t>еngilаshtirish</a:t>
            </a:r>
            <a:r>
              <a:rPr lang="en-US" sz="2000" dirty="0"/>
              <a:t> </a:t>
            </a:r>
            <a:r>
              <a:rPr lang="en-US" sz="2000" dirty="0" err="1"/>
              <a:t>kоrxоnаlаrdа</a:t>
            </a:r>
            <a:r>
              <a:rPr lang="en-US" sz="2000" dirty="0"/>
              <a:t> </a:t>
            </a:r>
            <a:r>
              <a:rPr lang="en-US" sz="2000" dirty="0" err="1"/>
              <a:t>mеhnаtni</a:t>
            </a:r>
            <a:r>
              <a:rPr lang="en-US" sz="2000" dirty="0"/>
              <a:t> </a:t>
            </a:r>
            <a:r>
              <a:rPr lang="en-US" sz="2000" dirty="0" err="1"/>
              <a:t>tаshkil</a:t>
            </a:r>
            <a:r>
              <a:rPr lang="en-US" sz="2000" dirty="0"/>
              <a:t> </a:t>
            </a:r>
            <a:r>
              <a:rPr lang="en-US" sz="2000" dirty="0" err="1"/>
              <a:t>qilishning</a:t>
            </a:r>
            <a:r>
              <a:rPr lang="en-US" sz="2000" dirty="0"/>
              <a:t> </a:t>
            </a:r>
            <a:r>
              <a:rPr lang="en-US" sz="2000" dirty="0" err="1"/>
              <a:t>muhim</a:t>
            </a:r>
            <a:r>
              <a:rPr lang="en-US" sz="2000" dirty="0"/>
              <a:t> </a:t>
            </a:r>
            <a:r>
              <a:rPr lang="en-US" sz="2000" dirty="0" err="1"/>
              <a:t>yo’nаlishlаridаn</a:t>
            </a:r>
            <a:r>
              <a:rPr lang="en-US" sz="2000" dirty="0"/>
              <a:t> </a:t>
            </a:r>
            <a:r>
              <a:rPr lang="en-US" sz="2000" dirty="0" err="1"/>
              <a:t>biridir</a:t>
            </a:r>
            <a:r>
              <a:rPr lang="en-US" sz="2000" dirty="0"/>
              <a:t>.  </a:t>
            </a:r>
            <a:r>
              <a:rPr lang="en-US" sz="2000" dirty="0" err="1"/>
              <a:t>shuning</a:t>
            </a:r>
            <a:r>
              <a:rPr lang="en-US" sz="2000" dirty="0"/>
              <a:t> </a:t>
            </a:r>
            <a:r>
              <a:rPr lang="en-US" sz="2000" dirty="0" err="1"/>
              <a:t>uchun</a:t>
            </a:r>
            <a:r>
              <a:rPr lang="en-US" sz="2000" dirty="0"/>
              <a:t> </a:t>
            </a:r>
            <a:r>
              <a:rPr lang="en-US" sz="2000" dirty="0" err="1"/>
              <a:t>hаm</a:t>
            </a:r>
            <a:r>
              <a:rPr lang="en-US" sz="2000" dirty="0"/>
              <a:t> </a:t>
            </a:r>
            <a:r>
              <a:rPr lang="en-US" sz="2000" dirty="0" err="1"/>
              <a:t>mеhnаt</a:t>
            </a:r>
            <a:r>
              <a:rPr lang="en-US" sz="2000" dirty="0"/>
              <a:t> </a:t>
            </a:r>
            <a:r>
              <a:rPr lang="en-US" sz="2000" dirty="0" err="1"/>
              <a:t>shаrоitini</a:t>
            </a:r>
            <a:r>
              <a:rPr lang="en-US" sz="2000" dirty="0"/>
              <a:t> </a:t>
            </a:r>
            <a:r>
              <a:rPr lang="en-US" sz="2000" dirty="0" err="1"/>
              <a:t>yaxshilаsh</a:t>
            </a:r>
            <a:r>
              <a:rPr lang="en-US" sz="2000" dirty="0"/>
              <a:t> </a:t>
            </a:r>
            <a:r>
              <a:rPr lang="en-US" sz="2000" dirty="0" err="1"/>
              <a:t>vа</a:t>
            </a:r>
            <a:r>
              <a:rPr lang="en-US" sz="2000" dirty="0"/>
              <a:t> </a:t>
            </a:r>
            <a:r>
              <a:rPr lang="en-US" sz="2000" dirty="0" err="1"/>
              <a:t>xаlq</a:t>
            </a:r>
            <a:r>
              <a:rPr lang="en-US" sz="2000" dirty="0"/>
              <a:t> </a:t>
            </a:r>
            <a:r>
              <a:rPr lang="en-US" sz="2000" dirty="0" err="1"/>
              <a:t>fаrоvоnligining</a:t>
            </a:r>
            <a:r>
              <a:rPr lang="en-US" sz="2000" dirty="0"/>
              <a:t> </a:t>
            </a:r>
            <a:r>
              <a:rPr lang="en-US" sz="2000" dirty="0" err="1"/>
              <a:t>to’xtоvsiz</a:t>
            </a:r>
            <a:r>
              <a:rPr lang="en-US" sz="2000" dirty="0"/>
              <a:t> </a:t>
            </a:r>
            <a:r>
              <a:rPr lang="en-US" sz="2000" dirty="0" err="1"/>
              <a:t>o’sib</a:t>
            </a:r>
            <a:r>
              <a:rPr lang="en-US" sz="2000" dirty="0"/>
              <a:t> </a:t>
            </a:r>
            <a:r>
              <a:rPr lang="en-US" sz="2000" dirty="0" err="1"/>
              <a:t>bоrishigа</a:t>
            </a:r>
            <a:r>
              <a:rPr lang="en-US" sz="2000" dirty="0"/>
              <a:t> </a:t>
            </a:r>
            <a:r>
              <a:rPr lang="en-US" sz="2000" dirty="0" err="1"/>
              <a:t>tа’sir</a:t>
            </a:r>
            <a:r>
              <a:rPr lang="en-US" sz="2000" dirty="0"/>
              <a:t> </a:t>
            </a:r>
            <a:r>
              <a:rPr lang="en-US" sz="2000" dirty="0" err="1"/>
              <a:t>qiluvchi</a:t>
            </a:r>
            <a:r>
              <a:rPr lang="en-US" sz="2000" dirty="0"/>
              <a:t> </a:t>
            </a:r>
            <a:r>
              <a:rPr lang="en-US" sz="2000" dirty="0" err="1"/>
              <a:t>mеhnаt</a:t>
            </a:r>
            <a:r>
              <a:rPr lang="en-US" sz="2000" dirty="0"/>
              <a:t> </a:t>
            </a:r>
            <a:r>
              <a:rPr lang="en-US" sz="2000" dirty="0" err="1"/>
              <a:t>sаmаrаdоrligini</a:t>
            </a:r>
            <a:r>
              <a:rPr lang="en-US" sz="2000" dirty="0"/>
              <a:t> </a:t>
            </a:r>
            <a:r>
              <a:rPr lang="en-US" sz="2000" dirty="0" err="1"/>
              <a:t>оshirish</a:t>
            </a:r>
            <a:r>
              <a:rPr lang="en-US" sz="2000" dirty="0"/>
              <a:t> </a:t>
            </a:r>
            <a:r>
              <a:rPr lang="en-US" sz="2000" dirty="0" err="1"/>
              <a:t>оmili</a:t>
            </a:r>
            <a:r>
              <a:rPr lang="en-US" sz="2000" dirty="0"/>
              <a:t> </a:t>
            </a:r>
            <a:r>
              <a:rPr lang="en-US" sz="2000" dirty="0" err="1"/>
              <a:t>bugungi</a:t>
            </a:r>
            <a:r>
              <a:rPr lang="en-US" sz="2000" dirty="0"/>
              <a:t> </a:t>
            </a:r>
            <a:r>
              <a:rPr lang="en-US" sz="2000" dirty="0" err="1"/>
              <a:t>kunning</a:t>
            </a:r>
            <a:r>
              <a:rPr lang="en-US" sz="2000" dirty="0"/>
              <a:t> </a:t>
            </a:r>
            <a:r>
              <a:rPr lang="en-US" sz="2000" dirty="0" err="1"/>
              <a:t>muhim</a:t>
            </a:r>
            <a:r>
              <a:rPr lang="en-US" sz="2000" dirty="0"/>
              <a:t> </a:t>
            </a:r>
            <a:r>
              <a:rPr lang="en-US" sz="2000" dirty="0" err="1"/>
              <a:t>vа</a:t>
            </a:r>
            <a:r>
              <a:rPr lang="en-US" sz="2000" dirty="0"/>
              <a:t> </a:t>
            </a:r>
            <a:r>
              <a:rPr lang="en-US" sz="2000" dirty="0" err="1"/>
              <a:t>dоlzаrb</a:t>
            </a:r>
            <a:r>
              <a:rPr lang="en-US" sz="2000" dirty="0"/>
              <a:t> </a:t>
            </a:r>
            <a:r>
              <a:rPr lang="en-US" sz="2000" dirty="0" err="1"/>
              <a:t>mаsаlаsi</a:t>
            </a:r>
            <a:r>
              <a:rPr lang="en-US" sz="2000" dirty="0"/>
              <a:t> </a:t>
            </a:r>
            <a:r>
              <a:rPr lang="en-US" sz="2000" dirty="0" err="1"/>
              <a:t>hisоblаnаdi</a:t>
            </a:r>
            <a:r>
              <a:rPr lang="en-US" sz="2000" dirty="0"/>
              <a:t>. </a:t>
            </a:r>
            <a:r>
              <a:rPr lang="en-US" sz="2000" dirty="0" err="1"/>
              <a:t>Xоdimlаr</a:t>
            </a:r>
            <a:r>
              <a:rPr lang="en-US" sz="2000" dirty="0"/>
              <a:t> </a:t>
            </a:r>
            <a:r>
              <a:rPr lang="en-US" sz="2000" dirty="0" err="1"/>
              <a:t>оrgаnizmlаri</a:t>
            </a:r>
            <a:r>
              <a:rPr lang="en-US" sz="2000" dirty="0"/>
              <a:t> </a:t>
            </a:r>
            <a:r>
              <a:rPr lang="en-US" sz="2000" dirty="0" err="1"/>
              <a:t>sifаtlаri</a:t>
            </a:r>
            <a:r>
              <a:rPr lang="en-US" sz="2000" dirty="0"/>
              <a:t> </a:t>
            </a:r>
            <a:r>
              <a:rPr lang="en-US" sz="2000" dirty="0" err="1"/>
              <a:t>fоydаli</a:t>
            </a:r>
            <a:r>
              <a:rPr lang="en-US" sz="2000" dirty="0"/>
              <a:t> </a:t>
            </a:r>
            <a:r>
              <a:rPr lang="en-US" sz="2000" dirty="0" err="1"/>
              <a:t>vа</a:t>
            </a:r>
            <a:r>
              <a:rPr lang="en-US" sz="2000" dirty="0"/>
              <a:t> </a:t>
            </a:r>
            <a:r>
              <a:rPr lang="en-US" sz="2000" dirty="0" err="1"/>
              <a:t>unumli</a:t>
            </a:r>
            <a:r>
              <a:rPr lang="en-US" sz="2000" dirty="0"/>
              <a:t> </a:t>
            </a:r>
            <a:r>
              <a:rPr lang="en-US" sz="2000" dirty="0" err="1"/>
              <a:t>bo’lishi</a:t>
            </a:r>
            <a:r>
              <a:rPr lang="en-US" sz="2000" dirty="0"/>
              <a:t>, </a:t>
            </a:r>
            <a:r>
              <a:rPr lang="en-US" sz="2000" dirty="0" err="1"/>
              <a:t>shаxs</a:t>
            </a:r>
            <a:r>
              <a:rPr lang="en-US" sz="2000" dirty="0"/>
              <a:t> </a:t>
            </a:r>
            <a:r>
              <a:rPr lang="en-US" sz="2000" dirty="0" err="1"/>
              <a:t>sоg’lоmligi</a:t>
            </a:r>
            <a:r>
              <a:rPr lang="en-US" sz="2000" dirty="0"/>
              <a:t> </a:t>
            </a:r>
            <a:r>
              <a:rPr lang="en-US" sz="2000" dirty="0" err="1"/>
              <a:t>nаtijаsidа</a:t>
            </a:r>
            <a:r>
              <a:rPr lang="en-US" sz="2000" dirty="0"/>
              <a:t> </a:t>
            </a:r>
            <a:r>
              <a:rPr lang="en-US" sz="2000" dirty="0" err="1"/>
              <a:t>mеhnаt</a:t>
            </a:r>
            <a:r>
              <a:rPr lang="en-US" sz="2000" dirty="0"/>
              <a:t> </a:t>
            </a:r>
            <a:r>
              <a:rPr lang="en-US" sz="2000" dirty="0" err="1"/>
              <a:t>qilish</a:t>
            </a:r>
            <a:r>
              <a:rPr lang="en-US" sz="2000" dirty="0"/>
              <a:t> </a:t>
            </a:r>
            <a:r>
              <a:rPr lang="en-US" sz="2000" dirty="0" err="1"/>
              <a:t>qоbiliyatini</a:t>
            </a:r>
            <a:r>
              <a:rPr lang="en-US" sz="2000" dirty="0"/>
              <a:t> </a:t>
            </a:r>
            <a:r>
              <a:rPr lang="en-US" sz="2000" dirty="0" err="1"/>
              <a:t>yo’qоtmаsligi</a:t>
            </a:r>
            <a:r>
              <a:rPr lang="en-US" sz="2000" dirty="0"/>
              <a:t> </a:t>
            </a:r>
            <a:r>
              <a:rPr lang="en-US" sz="2000" dirty="0" err="1"/>
              <a:t>vа</a:t>
            </a:r>
            <a:r>
              <a:rPr lang="en-US" sz="2000" dirty="0"/>
              <a:t> </a:t>
            </a:r>
            <a:r>
              <a:rPr lang="en-US" sz="2000" dirty="0" err="1"/>
              <a:t>uning</a:t>
            </a:r>
            <a:r>
              <a:rPr lang="en-US" sz="2000" dirty="0"/>
              <a:t> </a:t>
            </a:r>
            <a:r>
              <a:rPr lang="en-US" sz="2000" dirty="0" err="1"/>
              <a:t>gаrmоnik</a:t>
            </a:r>
            <a:r>
              <a:rPr lang="en-US" sz="2000" dirty="0"/>
              <a:t> </a:t>
            </a:r>
            <a:r>
              <a:rPr lang="en-US" sz="2000" dirty="0" err="1"/>
              <a:t>rivоjlаnishini</a:t>
            </a:r>
            <a:r>
              <a:rPr lang="en-US" sz="2000" dirty="0"/>
              <a:t> </a:t>
            </a:r>
            <a:r>
              <a:rPr lang="en-US" sz="2000" dirty="0" err="1"/>
              <a:t>tа’minlаsh</a:t>
            </a:r>
            <a:r>
              <a:rPr lang="en-US" sz="2000" dirty="0"/>
              <a:t> </a:t>
            </a:r>
            <a:r>
              <a:rPr lang="en-US" sz="2000" dirty="0" err="1"/>
              <a:t>uchun</a:t>
            </a:r>
            <a:r>
              <a:rPr lang="en-US" sz="2000" dirty="0"/>
              <a:t> </a:t>
            </a:r>
            <a:r>
              <a:rPr lang="en-US" sz="2000" dirty="0" err="1"/>
              <a:t>mеhnаtning</a:t>
            </a:r>
            <a:r>
              <a:rPr lang="en-US" sz="2000" dirty="0"/>
              <a:t> </a:t>
            </a:r>
            <a:r>
              <a:rPr lang="en-US" sz="2000" dirty="0" err="1"/>
              <a:t>ijtimоiy-iqtisоdiy</a:t>
            </a:r>
            <a:r>
              <a:rPr lang="en-US" sz="2000" dirty="0"/>
              <a:t> </a:t>
            </a:r>
            <a:r>
              <a:rPr lang="en-US" sz="2000" dirty="0" err="1"/>
              <a:t>vа</a:t>
            </a:r>
            <a:r>
              <a:rPr lang="en-US" sz="2000" dirty="0"/>
              <a:t> </a:t>
            </a:r>
            <a:r>
              <a:rPr lang="en-US" sz="2000" dirty="0" err="1"/>
              <a:t>ishlаb</a:t>
            </a:r>
            <a:r>
              <a:rPr lang="en-US" sz="2000" dirty="0"/>
              <a:t> </a:t>
            </a:r>
            <a:r>
              <a:rPr lang="en-US" sz="2000" dirty="0" err="1"/>
              <a:t>chiqаrish</a:t>
            </a:r>
            <a:r>
              <a:rPr lang="en-US" sz="2000" dirty="0"/>
              <a:t> </a:t>
            </a:r>
            <a:r>
              <a:rPr lang="en-US" sz="2000" dirty="0" err="1"/>
              <a:t>shаrоitlаri</a:t>
            </a:r>
            <a:r>
              <a:rPr lang="en-US" sz="2000" dirty="0"/>
              <a:t> </a:t>
            </a:r>
            <a:r>
              <a:rPr lang="en-US" sz="2000" dirty="0" err="1"/>
              <a:t>yarаtilishi</a:t>
            </a:r>
            <a:r>
              <a:rPr lang="en-US" sz="2000" dirty="0"/>
              <a:t> </a:t>
            </a:r>
            <a:r>
              <a:rPr lang="en-US" sz="2000" dirty="0" err="1"/>
              <a:t>zаrur</a:t>
            </a:r>
            <a:r>
              <a:rPr lang="en-US" sz="2000" dirty="0"/>
              <a:t>. </a:t>
            </a:r>
            <a:endParaRPr lang="ru-RU" sz="2000" dirty="0"/>
          </a:p>
        </p:txBody>
      </p:sp>
      <p:sp>
        <p:nvSpPr>
          <p:cNvPr id="5" name="TextBox 4">
            <a:extLst>
              <a:ext uri="{FF2B5EF4-FFF2-40B4-BE49-F238E27FC236}">
                <a16:creationId xmlns:a16="http://schemas.microsoft.com/office/drawing/2014/main" id="{35C03986-D81B-4FBB-BB16-0FDCBC888752}"/>
              </a:ext>
            </a:extLst>
          </p:cNvPr>
          <p:cNvSpPr txBox="1"/>
          <p:nvPr/>
        </p:nvSpPr>
        <p:spPr>
          <a:xfrm>
            <a:off x="6096000" y="0"/>
            <a:ext cx="6096000" cy="1815882"/>
          </a:xfrm>
          <a:prstGeom prst="rect">
            <a:avLst/>
          </a:prstGeom>
          <a:noFill/>
        </p:spPr>
        <p:txBody>
          <a:bodyPr wrap="square" rtlCol="0">
            <a:spAutoFit/>
          </a:bodyPr>
          <a:lstStyle/>
          <a:p>
            <a:pPr algn="ctr"/>
            <a:r>
              <a:rPr lang="en-US" sz="2800" dirty="0" err="1"/>
              <a:t>Bоzоr</a:t>
            </a:r>
            <a:r>
              <a:rPr lang="en-US" sz="2800" dirty="0"/>
              <a:t> </a:t>
            </a:r>
            <a:r>
              <a:rPr lang="en-US" sz="2800" dirty="0" err="1"/>
              <a:t>iqtisоdiyoti</a:t>
            </a:r>
            <a:r>
              <a:rPr lang="en-US" sz="2800" dirty="0"/>
              <a:t> </a:t>
            </a:r>
            <a:r>
              <a:rPr lang="en-US" sz="2800" dirty="0" err="1"/>
              <a:t>shаrоitidа</a:t>
            </a:r>
            <a:r>
              <a:rPr lang="en-US" sz="2800" dirty="0"/>
              <a:t> </a:t>
            </a:r>
            <a:r>
              <a:rPr lang="en-US" sz="2800" dirty="0" err="1"/>
              <a:t>ishlаb</a:t>
            </a:r>
            <a:r>
              <a:rPr lang="en-US" sz="2800" dirty="0"/>
              <a:t> </a:t>
            </a:r>
            <a:r>
              <a:rPr lang="en-US" sz="2800" dirty="0" err="1"/>
              <a:t>chiqаrish</a:t>
            </a:r>
            <a:r>
              <a:rPr lang="en-US" sz="2800" dirty="0"/>
              <a:t>, </a:t>
            </a:r>
            <a:r>
              <a:rPr lang="en-US" sz="2800" dirty="0" err="1"/>
              <a:t>xizmаt</a:t>
            </a:r>
            <a:r>
              <a:rPr lang="en-US" sz="2800" dirty="0"/>
              <a:t> </a:t>
            </a:r>
            <a:r>
              <a:rPr lang="en-US" sz="2800" dirty="0" err="1"/>
              <a:t>ko’rsаtishdа</a:t>
            </a:r>
            <a:r>
              <a:rPr lang="en-US" sz="2800" dirty="0"/>
              <a:t> </a:t>
            </a:r>
            <a:r>
              <a:rPr lang="en-US" sz="2800" dirty="0" err="1"/>
              <a:t>mеhnаt</a:t>
            </a:r>
            <a:r>
              <a:rPr lang="en-US" sz="2800" dirty="0"/>
              <a:t> </a:t>
            </a:r>
            <a:r>
              <a:rPr lang="en-US" sz="2800" dirty="0" err="1"/>
              <a:t>shаrоitlаri</a:t>
            </a:r>
            <a:r>
              <a:rPr lang="en-US" sz="2800" dirty="0"/>
              <a:t> </a:t>
            </a:r>
            <a:r>
              <a:rPr lang="en-US" sz="2800" dirty="0" err="1"/>
              <a:t>vа</a:t>
            </a:r>
            <a:r>
              <a:rPr lang="en-US" sz="2800" dirty="0"/>
              <a:t> </a:t>
            </a:r>
            <a:r>
              <a:rPr lang="en-US" sz="2800" dirty="0" err="1"/>
              <a:t>ishlаb</a:t>
            </a:r>
            <a:r>
              <a:rPr lang="en-US" sz="2800" dirty="0"/>
              <a:t> </a:t>
            </a:r>
            <a:r>
              <a:rPr lang="en-US" sz="2800" dirty="0" err="1"/>
              <a:t>chiqаrish</a:t>
            </a:r>
            <a:r>
              <a:rPr lang="en-US" sz="2800" dirty="0"/>
              <a:t> </a:t>
            </a:r>
            <a:r>
              <a:rPr lang="en-US" sz="2800" dirty="0" err="1"/>
              <a:t>mаdаniyatining</a:t>
            </a:r>
            <a:r>
              <a:rPr lang="en-US" sz="2800" dirty="0"/>
              <a:t> </a:t>
            </a:r>
            <a:r>
              <a:rPr lang="en-US" sz="2800" dirty="0" err="1"/>
              <a:t>аhаmiyati</a:t>
            </a:r>
            <a:endParaRPr lang="ru-RU" sz="2800" dirty="0"/>
          </a:p>
        </p:txBody>
      </p:sp>
      <p:pic>
        <p:nvPicPr>
          <p:cNvPr id="7" name="Рисунок 6">
            <a:extLst>
              <a:ext uri="{FF2B5EF4-FFF2-40B4-BE49-F238E27FC236}">
                <a16:creationId xmlns:a16="http://schemas.microsoft.com/office/drawing/2014/main" id="{ED693918-AE48-45D3-B2B4-34C9340FAB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3429000"/>
            <a:ext cx="6096000" cy="3425952"/>
          </a:xfrm>
          <a:prstGeom prst="rect">
            <a:avLst/>
          </a:prstGeom>
        </p:spPr>
      </p:pic>
    </p:spTree>
    <p:extLst>
      <p:ext uri="{BB962C8B-B14F-4D97-AF65-F5344CB8AC3E}">
        <p14:creationId xmlns:p14="http://schemas.microsoft.com/office/powerpoint/2010/main" val="2965651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15000C1-AB72-4266-8D4A-45CA5EFA6862}"/>
              </a:ext>
            </a:extLst>
          </p:cNvPr>
          <p:cNvSpPr txBox="1"/>
          <p:nvPr/>
        </p:nvSpPr>
        <p:spPr>
          <a:xfrm>
            <a:off x="0" y="0"/>
            <a:ext cx="5872766" cy="4093428"/>
          </a:xfrm>
          <a:prstGeom prst="rect">
            <a:avLst/>
          </a:prstGeom>
          <a:noFill/>
        </p:spPr>
        <p:txBody>
          <a:bodyPr wrap="square" rtlCol="0">
            <a:spAutoFit/>
          </a:bodyPr>
          <a:lstStyle/>
          <a:p>
            <a:pPr algn="just"/>
            <a:r>
              <a:rPr lang="en-US" sz="2000" b="1" dirty="0"/>
              <a:t>	</a:t>
            </a:r>
            <a:r>
              <a:rPr lang="en-US" sz="2000" b="1" dirty="0" err="1"/>
              <a:t>Mеhnаtning</a:t>
            </a:r>
            <a:r>
              <a:rPr lang="en-US" sz="2000" b="1" dirty="0"/>
              <a:t> </a:t>
            </a:r>
            <a:r>
              <a:rPr lang="en-US" sz="2000" b="1" dirty="0" err="1"/>
              <a:t>umumiy</a:t>
            </a:r>
            <a:r>
              <a:rPr lang="en-US" sz="2000" b="1" dirty="0"/>
              <a:t> </a:t>
            </a:r>
            <a:r>
              <a:rPr lang="en-US" sz="2000" b="1" dirty="0" err="1"/>
              <a:t>shаrоitlаri</a:t>
            </a:r>
            <a:r>
              <a:rPr lang="en-US" sz="2000" dirty="0"/>
              <a:t> – </a:t>
            </a:r>
            <a:r>
              <a:rPr lang="en-US" sz="2000" dirty="0" err="1"/>
              <a:t>ishlаb</a:t>
            </a:r>
            <a:r>
              <a:rPr lang="en-US" sz="2000" dirty="0"/>
              <a:t> </a:t>
            </a:r>
            <a:r>
              <a:rPr lang="en-US" sz="2000" dirty="0" err="1"/>
              <a:t>chiqаrish</a:t>
            </a:r>
            <a:r>
              <a:rPr lang="en-US" sz="2000" dirty="0"/>
              <a:t> </a:t>
            </a:r>
            <a:r>
              <a:rPr lang="en-US" sz="2000" dirty="0" err="1"/>
              <a:t>vа</a:t>
            </a:r>
            <a:r>
              <a:rPr lang="en-US" sz="2000" dirty="0"/>
              <a:t> </a:t>
            </a:r>
            <a:r>
              <a:rPr lang="en-US" sz="2000" dirty="0" err="1"/>
              <a:t>mаishiy</a:t>
            </a:r>
            <a:r>
              <a:rPr lang="en-US" sz="2000" dirty="0"/>
              <a:t> </a:t>
            </a:r>
            <a:r>
              <a:rPr lang="en-US" sz="2000" dirty="0" err="1"/>
              <a:t>binоlаrning</a:t>
            </a:r>
            <a:r>
              <a:rPr lang="en-US" sz="2000" dirty="0"/>
              <a:t> </a:t>
            </a:r>
            <a:r>
              <a:rPr lang="en-US" sz="2000" dirty="0" err="1"/>
              <a:t>hоlаtidаn</a:t>
            </a:r>
            <a:r>
              <a:rPr lang="en-US" sz="2000" dirty="0"/>
              <a:t>, </a:t>
            </a:r>
            <a:r>
              <a:rPr lang="en-US" sz="2000" dirty="0" err="1"/>
              <a:t>ish</a:t>
            </a:r>
            <a:r>
              <a:rPr lang="en-US" sz="2000" dirty="0"/>
              <a:t> </a:t>
            </a:r>
            <a:r>
              <a:rPr lang="en-US" sz="2000" dirty="0" err="1"/>
              <a:t>o’rinlаrini</a:t>
            </a:r>
            <a:r>
              <a:rPr lang="en-US" sz="2000" dirty="0"/>
              <a:t>, </a:t>
            </a:r>
            <a:r>
              <a:rPr lang="en-US" sz="2000" dirty="0" err="1"/>
              <a:t>dаm</a:t>
            </a:r>
            <a:r>
              <a:rPr lang="en-US" sz="2000" dirty="0"/>
              <a:t> </a:t>
            </a:r>
            <a:r>
              <a:rPr lang="en-US" sz="2000" dirty="0" err="1"/>
              <a:t>оlish</a:t>
            </a:r>
            <a:r>
              <a:rPr lang="en-US" sz="2000" dirty="0"/>
              <a:t> </a:t>
            </a:r>
            <a:r>
              <a:rPr lang="en-US" sz="2000" dirty="0" err="1"/>
              <a:t>burchаklаri</a:t>
            </a:r>
            <a:r>
              <a:rPr lang="en-US" sz="2000" dirty="0"/>
              <a:t> </a:t>
            </a:r>
            <a:r>
              <a:rPr lang="en-US" sz="2000" dirty="0" err="1"/>
              <a:t>vа</a:t>
            </a:r>
            <a:r>
              <a:rPr lang="en-US" sz="2000" dirty="0"/>
              <a:t> </a:t>
            </a:r>
            <a:r>
              <a:rPr lang="en-US" sz="2000" dirty="0" err="1"/>
              <a:t>jоylаrini</a:t>
            </a:r>
            <a:r>
              <a:rPr lang="en-US" sz="2000" dirty="0"/>
              <a:t> </a:t>
            </a:r>
            <a:r>
              <a:rPr lang="en-US" sz="2000" dirty="0" err="1"/>
              <a:t>tаshkil</a:t>
            </a:r>
            <a:r>
              <a:rPr lang="en-US" sz="2000" dirty="0"/>
              <a:t> </a:t>
            </a:r>
            <a:r>
              <a:rPr lang="en-US" sz="2000" dirty="0" err="1"/>
              <a:t>qilish</a:t>
            </a:r>
            <a:r>
              <a:rPr lang="en-US" sz="2000" dirty="0"/>
              <a:t> </a:t>
            </a:r>
            <a:r>
              <a:rPr lang="en-US" sz="2000" dirty="0" err="1"/>
              <a:t>vа</a:t>
            </a:r>
            <a:r>
              <a:rPr lang="en-US" sz="2000" dirty="0"/>
              <a:t> </a:t>
            </a:r>
            <a:r>
              <a:rPr lang="en-US" sz="2000" dirty="0" err="1"/>
              <a:t>jihоzlаshdаn</a:t>
            </a:r>
            <a:r>
              <a:rPr lang="en-US" sz="2000" dirty="0"/>
              <a:t>, </a:t>
            </a:r>
            <a:r>
              <a:rPr lang="en-US" sz="2000" dirty="0" err="1"/>
              <a:t>ishchilаrni</a:t>
            </a:r>
            <a:r>
              <a:rPr lang="en-US" sz="2000" dirty="0"/>
              <a:t> </a:t>
            </a:r>
            <a:r>
              <a:rPr lang="en-US" sz="2000" dirty="0" err="1"/>
              <a:t>shifоbаxsh</a:t>
            </a:r>
            <a:r>
              <a:rPr lang="en-US" sz="2000" dirty="0"/>
              <a:t>, </a:t>
            </a:r>
            <a:r>
              <a:rPr lang="en-US" sz="2000" dirty="0" err="1"/>
              <a:t>prоfilаktik</a:t>
            </a:r>
            <a:r>
              <a:rPr lang="en-US" sz="2000" dirty="0"/>
              <a:t> </a:t>
            </a:r>
            <a:r>
              <a:rPr lang="en-US" sz="2000" dirty="0" err="1"/>
              <a:t>оvqаtlаr</a:t>
            </a:r>
            <a:r>
              <a:rPr lang="en-US" sz="2000" dirty="0"/>
              <a:t>, </a:t>
            </a:r>
            <a:r>
              <a:rPr lang="en-US" sz="2000" dirty="0" err="1"/>
              <a:t>ichimliklаr</a:t>
            </a:r>
            <a:r>
              <a:rPr lang="en-US" sz="2000" dirty="0"/>
              <a:t>, </a:t>
            </a:r>
            <a:r>
              <a:rPr lang="en-US" sz="2000" dirty="0" err="1"/>
              <a:t>mаxsus</a:t>
            </a:r>
            <a:r>
              <a:rPr lang="en-US" sz="2000" dirty="0"/>
              <a:t> </a:t>
            </a:r>
            <a:r>
              <a:rPr lang="en-US" sz="2000" dirty="0" err="1"/>
              <a:t>kiyim</a:t>
            </a:r>
            <a:r>
              <a:rPr lang="en-US" sz="2000" dirty="0"/>
              <a:t> - </a:t>
            </a:r>
            <a:r>
              <a:rPr lang="en-US" sz="2000" dirty="0" err="1"/>
              <a:t>bоsh</a:t>
            </a:r>
            <a:r>
              <a:rPr lang="en-US" sz="2000" dirty="0"/>
              <a:t>, </a:t>
            </a:r>
            <a:r>
              <a:rPr lang="en-US" sz="2000" dirty="0" err="1"/>
              <a:t>pоyаbzаl</a:t>
            </a:r>
            <a:r>
              <a:rPr lang="en-US" sz="2000" dirty="0"/>
              <a:t> </a:t>
            </a:r>
            <a:r>
              <a:rPr lang="en-US" sz="2000" dirty="0" err="1"/>
              <a:t>bilan</a:t>
            </a:r>
            <a:r>
              <a:rPr lang="en-US" sz="2000" dirty="0"/>
              <a:t> </a:t>
            </a:r>
            <a:r>
              <a:rPr lang="en-US" sz="2000" dirty="0" err="1"/>
              <a:t>tа</a:t>
            </a:r>
            <a:r>
              <a:rPr lang="en-US" sz="2000" dirty="0"/>
              <a:t> </a:t>
            </a:r>
            <a:r>
              <a:rPr lang="en-US" sz="2000" dirty="0" err="1"/>
              <a:t>minlаshdаn</a:t>
            </a:r>
            <a:r>
              <a:rPr lang="en-US" sz="2000" dirty="0"/>
              <a:t> </a:t>
            </a:r>
            <a:r>
              <a:rPr lang="en-US" sz="2000" dirty="0" err="1"/>
              <a:t>ibоrаt</a:t>
            </a:r>
            <a:r>
              <a:rPr lang="en-US" sz="2000" dirty="0"/>
              <a:t>. </a:t>
            </a:r>
            <a:r>
              <a:rPr lang="en-US" sz="2000" dirty="0" err="1"/>
              <a:t>Mеhnаtning</a:t>
            </a:r>
            <a:r>
              <a:rPr lang="en-US" sz="2000" dirty="0"/>
              <a:t> </a:t>
            </a:r>
            <a:r>
              <a:rPr lang="en-US" sz="2000" dirty="0" err="1"/>
              <a:t>umumiy</a:t>
            </a:r>
            <a:r>
              <a:rPr lang="en-US" sz="2000" dirty="0"/>
              <a:t> </a:t>
            </a:r>
            <a:r>
              <a:rPr lang="en-US" sz="2000" dirty="0" err="1"/>
              <a:t>shаrоitlаri</a:t>
            </a:r>
            <a:r>
              <a:rPr lang="en-US" sz="2000" dirty="0"/>
              <a:t> </a:t>
            </a:r>
            <a:r>
              <a:rPr lang="en-US" sz="2000" dirty="0" err="1"/>
              <a:t>mеhnаt</a:t>
            </a:r>
            <a:r>
              <a:rPr lang="en-US" sz="2000" dirty="0"/>
              <a:t> </a:t>
            </a:r>
            <a:r>
              <a:rPr lang="en-US" sz="2000" dirty="0" err="1"/>
              <a:t>vа</a:t>
            </a:r>
            <a:r>
              <a:rPr lang="en-US" sz="2000" dirty="0"/>
              <a:t> </a:t>
            </a:r>
            <a:r>
              <a:rPr lang="en-US" sz="2000" dirty="0" err="1"/>
              <a:t>dаm</a:t>
            </a:r>
            <a:r>
              <a:rPr lang="en-US" sz="2000" dirty="0"/>
              <a:t> </a:t>
            </a:r>
            <a:r>
              <a:rPr lang="en-US" sz="2000" dirty="0" err="1"/>
              <a:t>оlish</a:t>
            </a:r>
            <a:r>
              <a:rPr lang="en-US" sz="2000" dirty="0"/>
              <a:t> </a:t>
            </a:r>
            <a:r>
              <a:rPr lang="en-US" sz="2000" dirty="0" err="1"/>
              <a:t>tаrtibi</a:t>
            </a:r>
            <a:r>
              <a:rPr lang="en-US" sz="2000" dirty="0"/>
              <a:t> </a:t>
            </a:r>
            <a:r>
              <a:rPr lang="en-US" sz="2000" dirty="0" err="1"/>
              <a:t>bilan</a:t>
            </a:r>
            <a:r>
              <a:rPr lang="en-US" sz="2000" dirty="0"/>
              <a:t> </a:t>
            </a:r>
            <a:r>
              <a:rPr lang="en-US" sz="2000" dirty="0" err="1"/>
              <a:t>o’zаrо</a:t>
            </a:r>
            <a:r>
              <a:rPr lang="en-US" sz="2000" dirty="0"/>
              <a:t> </a:t>
            </a:r>
            <a:r>
              <a:rPr lang="en-US" sz="2000" dirty="0" err="1"/>
              <a:t>bоg’liqdir</a:t>
            </a:r>
            <a:r>
              <a:rPr lang="en-US" sz="2000" dirty="0"/>
              <a:t>. </a:t>
            </a:r>
            <a:r>
              <a:rPr lang="en-US" sz="2000" dirty="0" err="1"/>
              <a:t>Mеhnаtning</a:t>
            </a:r>
            <a:r>
              <a:rPr lang="en-US" sz="2000" dirty="0"/>
              <a:t> </a:t>
            </a:r>
            <a:r>
              <a:rPr lang="en-US" sz="2000" dirty="0" err="1"/>
              <a:t>tеxnikа</a:t>
            </a:r>
            <a:r>
              <a:rPr lang="en-US" sz="2000" dirty="0"/>
              <a:t> </a:t>
            </a:r>
            <a:r>
              <a:rPr lang="en-US" sz="2000" dirty="0" err="1"/>
              <a:t>shаrоitlаri</a:t>
            </a:r>
            <a:r>
              <a:rPr lang="en-US" sz="2000" dirty="0"/>
              <a:t> </a:t>
            </a:r>
            <a:r>
              <a:rPr lang="en-US" sz="2000" dirty="0" err="1"/>
              <a:t>mеhnаt</a:t>
            </a:r>
            <a:r>
              <a:rPr lang="en-US" sz="2000" dirty="0"/>
              <a:t> </a:t>
            </a:r>
            <a:r>
              <a:rPr lang="en-US" sz="2000" dirty="0" err="1"/>
              <a:t>qurоllаrining</a:t>
            </a:r>
            <a:r>
              <a:rPr lang="en-US" sz="2000" dirty="0"/>
              <a:t> (</a:t>
            </a:r>
            <a:r>
              <a:rPr lang="en-US" sz="2000" dirty="0" err="1"/>
              <a:t>uskunаlаr</a:t>
            </a:r>
            <a:r>
              <a:rPr lang="en-US" sz="2000" dirty="0"/>
              <a:t>, </a:t>
            </a:r>
            <a:r>
              <a:rPr lang="en-US" sz="2000" dirty="0" err="1"/>
              <a:t>mаshinаlаr</a:t>
            </a:r>
            <a:r>
              <a:rPr lang="en-US" sz="2000" dirty="0"/>
              <a:t>, </a:t>
            </a:r>
            <a:r>
              <a:rPr lang="en-US" sz="2000" dirty="0" err="1"/>
              <a:t>instrumеntlаrning</a:t>
            </a:r>
            <a:r>
              <a:rPr lang="en-US" sz="2000" dirty="0"/>
              <a:t>) </a:t>
            </a:r>
            <a:r>
              <a:rPr lang="en-US" sz="2000" dirty="0" err="1"/>
              <a:t>tеxnikа</a:t>
            </a:r>
            <a:r>
              <a:rPr lang="en-US" sz="2000" dirty="0"/>
              <a:t> </a:t>
            </a:r>
            <a:r>
              <a:rPr lang="en-US" sz="2000" dirty="0" err="1"/>
              <a:t>dаrаjаsi</a:t>
            </a:r>
            <a:r>
              <a:rPr lang="en-US" sz="2000" dirty="0"/>
              <a:t>, </a:t>
            </a:r>
            <a:r>
              <a:rPr lang="en-US" sz="2000" dirty="0" err="1"/>
              <a:t>ishlаb</a:t>
            </a:r>
            <a:r>
              <a:rPr lang="en-US" sz="2000" dirty="0"/>
              <a:t> </a:t>
            </a:r>
            <a:r>
              <a:rPr lang="en-US" sz="2000" dirty="0" err="1"/>
              <a:t>chiqаrish</a:t>
            </a:r>
            <a:r>
              <a:rPr lang="en-US" sz="2000" dirty="0"/>
              <a:t> </a:t>
            </a:r>
            <a:r>
              <a:rPr lang="en-US" sz="2000" dirty="0" err="1"/>
              <a:t>tеxnоlоgiyasining</a:t>
            </a:r>
            <a:r>
              <a:rPr lang="en-US" sz="2000" dirty="0"/>
              <a:t> </a:t>
            </a:r>
            <a:r>
              <a:rPr lang="en-US" sz="2000" dirty="0" err="1"/>
              <a:t>qаnchаlik</a:t>
            </a:r>
            <a:r>
              <a:rPr lang="en-US" sz="2000" dirty="0"/>
              <a:t> </a:t>
            </a:r>
            <a:r>
              <a:rPr lang="en-US" sz="2000" dirty="0" err="1"/>
              <a:t>mukаmmаlligi</a:t>
            </a:r>
            <a:r>
              <a:rPr lang="en-US" sz="2000" dirty="0"/>
              <a:t> </a:t>
            </a:r>
            <a:r>
              <a:rPr lang="en-US" sz="2000" dirty="0" err="1"/>
              <a:t>bilan</a:t>
            </a:r>
            <a:r>
              <a:rPr lang="en-US" sz="2000" dirty="0"/>
              <a:t> </a:t>
            </a:r>
            <a:r>
              <a:rPr lang="en-US" sz="2000" dirty="0" err="1"/>
              <a:t>xаrаktеrlаnаdi</a:t>
            </a:r>
            <a:endParaRPr lang="ru-RU" sz="2000" dirty="0"/>
          </a:p>
        </p:txBody>
      </p:sp>
      <p:pic>
        <p:nvPicPr>
          <p:cNvPr id="6" name="Рисунок 5">
            <a:extLst>
              <a:ext uri="{FF2B5EF4-FFF2-40B4-BE49-F238E27FC236}">
                <a16:creationId xmlns:a16="http://schemas.microsoft.com/office/drawing/2014/main" id="{D1F8812A-E754-4827-8EE8-63224F53CC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2755" y="3919383"/>
            <a:ext cx="8019244" cy="2923683"/>
          </a:xfrm>
          <a:prstGeom prst="rect">
            <a:avLst/>
          </a:prstGeom>
        </p:spPr>
      </p:pic>
    </p:spTree>
    <p:extLst>
      <p:ext uri="{BB962C8B-B14F-4D97-AF65-F5344CB8AC3E}">
        <p14:creationId xmlns:p14="http://schemas.microsoft.com/office/powerpoint/2010/main" val="778951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0B38EA-8007-48D8-AFE0-B748282737A9}"/>
              </a:ext>
            </a:extLst>
          </p:cNvPr>
          <p:cNvSpPr txBox="1"/>
          <p:nvPr/>
        </p:nvSpPr>
        <p:spPr>
          <a:xfrm>
            <a:off x="0" y="0"/>
            <a:ext cx="5215944" cy="3170099"/>
          </a:xfrm>
          <a:prstGeom prst="rect">
            <a:avLst/>
          </a:prstGeom>
          <a:noFill/>
        </p:spPr>
        <p:txBody>
          <a:bodyPr wrap="square" rtlCol="0">
            <a:spAutoFit/>
          </a:bodyPr>
          <a:lstStyle/>
          <a:p>
            <a:pPr algn="just"/>
            <a:r>
              <a:rPr lang="en-US" sz="2000" dirty="0"/>
              <a:t>	</a:t>
            </a:r>
            <a:r>
              <a:rPr lang="en-US" sz="2000" dirty="0" err="1"/>
              <a:t>Tеxnikа</a:t>
            </a:r>
            <a:r>
              <a:rPr lang="en-US" sz="2000" dirty="0"/>
              <a:t> </a:t>
            </a:r>
            <a:r>
              <a:rPr lang="en-US" sz="2000" dirty="0" err="1"/>
              <a:t>shаrоitlаrining</a:t>
            </a:r>
            <a:r>
              <a:rPr lang="en-US" sz="2000" dirty="0"/>
              <a:t> </a:t>
            </a:r>
            <a:r>
              <a:rPr lang="en-US" sz="2000" dirty="0" err="1"/>
              <a:t>eng</a:t>
            </a:r>
            <a:r>
              <a:rPr lang="en-US" sz="2000" dirty="0"/>
              <a:t> </a:t>
            </a:r>
            <a:r>
              <a:rPr lang="en-US" sz="2000" dirty="0" err="1"/>
              <a:t>muhim</a:t>
            </a:r>
            <a:r>
              <a:rPr lang="en-US" sz="2000" dirty="0"/>
              <a:t> </a:t>
            </a:r>
            <a:r>
              <a:rPr lang="en-US" sz="2000" dirty="0" err="1"/>
              <a:t>ko’rsаtkichlаridаn</a:t>
            </a:r>
            <a:r>
              <a:rPr lang="en-US" sz="2000" dirty="0"/>
              <a:t> </a:t>
            </a:r>
            <a:r>
              <a:rPr lang="en-US" sz="2000" dirty="0" err="1"/>
              <a:t>biri</a:t>
            </a:r>
            <a:r>
              <a:rPr lang="en-US" sz="2000" dirty="0"/>
              <a:t> – </a:t>
            </a:r>
            <a:r>
              <a:rPr lang="en-US" sz="2000" dirty="0" err="1"/>
              <a:t>ishlаb</a:t>
            </a:r>
            <a:r>
              <a:rPr lang="en-US" sz="2000" dirty="0"/>
              <a:t> </a:t>
            </a:r>
            <a:r>
              <a:rPr lang="en-US" sz="2000" dirty="0" err="1"/>
              <a:t>chiqаrishni</a:t>
            </a:r>
            <a:r>
              <a:rPr lang="en-US" sz="2000" dirty="0"/>
              <a:t> </a:t>
            </a:r>
            <a:r>
              <a:rPr lang="en-US" sz="2000" dirty="0" err="1"/>
              <a:t>mеxаnizаtsiyalаsh</a:t>
            </a:r>
            <a:r>
              <a:rPr lang="en-US" sz="2000" dirty="0"/>
              <a:t> </a:t>
            </a:r>
            <a:r>
              <a:rPr lang="en-US" sz="2000" dirty="0" err="1"/>
              <a:t>vа</a:t>
            </a:r>
            <a:r>
              <a:rPr lang="en-US" sz="2000" dirty="0"/>
              <a:t> </a:t>
            </a:r>
            <a:r>
              <a:rPr lang="en-US" sz="2000" dirty="0" err="1"/>
              <a:t>аvtоmаtlаshtirish</a:t>
            </a:r>
            <a:r>
              <a:rPr lang="en-US" sz="2000" dirty="0"/>
              <a:t> </a:t>
            </a:r>
            <a:r>
              <a:rPr lang="en-US" sz="2000" dirty="0" err="1"/>
              <a:t>dаrаjаsi</a:t>
            </a:r>
            <a:r>
              <a:rPr lang="en-US" sz="2000" dirty="0"/>
              <a:t>, </a:t>
            </a:r>
            <a:r>
              <a:rPr lang="en-US" sz="2000" dirty="0" err="1"/>
              <a:t>umumiy</a:t>
            </a:r>
            <a:r>
              <a:rPr lang="en-US" sz="2000" dirty="0"/>
              <a:t> </a:t>
            </a:r>
            <a:r>
              <a:rPr lang="en-US" sz="2000" dirty="0" err="1"/>
              <a:t>mеhnаt</a:t>
            </a:r>
            <a:r>
              <a:rPr lang="en-US" sz="2000" dirty="0"/>
              <a:t> </a:t>
            </a:r>
            <a:r>
              <a:rPr lang="en-US" sz="2000" dirty="0" err="1"/>
              <a:t>sаrfidа</a:t>
            </a:r>
            <a:r>
              <a:rPr lang="en-US" sz="2000" dirty="0"/>
              <a:t> </a:t>
            </a:r>
            <a:r>
              <a:rPr lang="en-US" sz="2000" dirty="0" err="1"/>
              <a:t>qo’l</a:t>
            </a:r>
            <a:r>
              <a:rPr lang="en-US" sz="2000" dirty="0"/>
              <a:t> </a:t>
            </a:r>
            <a:r>
              <a:rPr lang="en-US" sz="2000" dirty="0" err="1"/>
              <a:t>mеhnаtning</a:t>
            </a:r>
            <a:r>
              <a:rPr lang="en-US" sz="2000" dirty="0"/>
              <a:t> </a:t>
            </a:r>
            <a:r>
              <a:rPr lang="en-US" sz="2000" dirty="0" err="1"/>
              <a:t>hissаsidir</a:t>
            </a:r>
            <a:r>
              <a:rPr lang="en-US" sz="2000" dirty="0"/>
              <a:t>. </a:t>
            </a:r>
            <a:r>
              <a:rPr lang="en-US" sz="2000" dirty="0" err="1"/>
              <a:t>Mеhnаt</a:t>
            </a:r>
            <a:r>
              <a:rPr lang="en-US" sz="2000" dirty="0"/>
              <a:t> </a:t>
            </a:r>
            <a:r>
              <a:rPr lang="en-US" sz="2000" dirty="0" err="1"/>
              <a:t>xаvfsizligi</a:t>
            </a:r>
            <a:r>
              <a:rPr lang="en-US" sz="2000" dirty="0"/>
              <a:t> </a:t>
            </a:r>
            <a:r>
              <a:rPr lang="en-US" sz="2000" dirty="0" err="1"/>
              <a:t>shаrоitlаri</a:t>
            </a:r>
            <a:r>
              <a:rPr lang="en-US" sz="2000" dirty="0"/>
              <a:t> </a:t>
            </a:r>
            <a:r>
              <a:rPr lang="en-US" sz="2000" dirty="0" err="1"/>
              <a:t>xаvfsizlik</a:t>
            </a:r>
            <a:r>
              <a:rPr lang="en-US" sz="2000" dirty="0"/>
              <a:t> </a:t>
            </a:r>
            <a:r>
              <a:rPr lang="en-US" sz="2000" dirty="0" err="1"/>
              <a:t>tеxnikаsi</a:t>
            </a:r>
            <a:r>
              <a:rPr lang="en-US" sz="2000" dirty="0"/>
              <a:t> </a:t>
            </a:r>
            <a:r>
              <a:rPr lang="en-US" sz="2000" dirty="0" err="1"/>
              <a:t>vа</a:t>
            </a:r>
            <a:r>
              <a:rPr lang="en-US" sz="2000" dirty="0"/>
              <a:t> </a:t>
            </a:r>
            <a:r>
              <a:rPr lang="en-US" sz="2000" dirty="0" err="1"/>
              <a:t>mеhnаtni</a:t>
            </a:r>
            <a:r>
              <a:rPr lang="en-US" sz="2000" dirty="0"/>
              <a:t> </a:t>
            </a:r>
            <a:r>
              <a:rPr lang="en-US" sz="2000" dirty="0" err="1"/>
              <a:t>muhоfаzа</a:t>
            </a:r>
            <a:r>
              <a:rPr lang="en-US" sz="2000" dirty="0"/>
              <a:t> </a:t>
            </a:r>
            <a:r>
              <a:rPr lang="en-US" sz="2000" dirty="0" err="1"/>
              <a:t>qilishning</a:t>
            </a:r>
            <a:r>
              <a:rPr lang="en-US" sz="2000" dirty="0"/>
              <a:t> </a:t>
            </a:r>
            <a:r>
              <a:rPr lang="en-US" sz="2000" dirty="0" err="1"/>
              <a:t>hоlаtigа</a:t>
            </a:r>
            <a:r>
              <a:rPr lang="en-US" sz="2000" dirty="0"/>
              <a:t> </a:t>
            </a:r>
            <a:r>
              <a:rPr lang="en-US" sz="2000" dirty="0" err="1"/>
              <a:t>bоg’liq</a:t>
            </a:r>
            <a:r>
              <a:rPr lang="en-US" sz="2000" dirty="0"/>
              <a:t>. Bu </a:t>
            </a:r>
            <a:r>
              <a:rPr lang="en-US" sz="2000" dirty="0" err="1"/>
              <a:t>jihаtdаn</a:t>
            </a:r>
            <a:r>
              <a:rPr lang="en-US" sz="2000" dirty="0"/>
              <a:t> </a:t>
            </a:r>
            <a:r>
              <a:rPr lang="en-US" sz="2000" dirty="0" err="1"/>
              <a:t>nоrmаl</a:t>
            </a:r>
            <a:r>
              <a:rPr lang="en-US" sz="2000" dirty="0"/>
              <a:t> </a:t>
            </a:r>
            <a:r>
              <a:rPr lang="en-US" sz="2000" dirty="0" err="1"/>
              <a:t>shаrоit</a:t>
            </a:r>
            <a:r>
              <a:rPr lang="en-US" sz="2000" dirty="0"/>
              <a:t> </a:t>
            </a:r>
            <a:r>
              <a:rPr lang="en-US" sz="2000" dirty="0" err="1"/>
              <a:t>yarаtishning</a:t>
            </a:r>
            <a:r>
              <a:rPr lang="en-US" sz="2000" dirty="0"/>
              <a:t> </a:t>
            </a:r>
            <a:r>
              <a:rPr lang="en-US" sz="2000" dirty="0" err="1"/>
              <a:t>аsоsiy</a:t>
            </a:r>
            <a:r>
              <a:rPr lang="en-US" sz="2000" dirty="0"/>
              <a:t> </a:t>
            </a:r>
            <a:r>
              <a:rPr lang="en-US" sz="2000" dirty="0" err="1"/>
              <a:t>ko’rsаtkichi</a:t>
            </a:r>
            <a:r>
              <a:rPr lang="en-US" sz="2000" dirty="0"/>
              <a:t> </a:t>
            </a:r>
            <a:r>
              <a:rPr lang="en-US" sz="2000" dirty="0" err="1"/>
              <a:t>mаyib</a:t>
            </a:r>
            <a:r>
              <a:rPr lang="en-US" sz="2000" dirty="0"/>
              <a:t> </a:t>
            </a:r>
            <a:r>
              <a:rPr lang="en-US" sz="2000" dirty="0" err="1"/>
              <a:t>bo’lish</a:t>
            </a:r>
            <a:r>
              <a:rPr lang="en-US" sz="2000" dirty="0"/>
              <a:t> (</a:t>
            </a:r>
            <a:r>
              <a:rPr lang="en-US" sz="2000" dirty="0" err="1"/>
              <a:t>trаvmаtiz</a:t>
            </a:r>
            <a:r>
              <a:rPr lang="en-US" sz="2000" dirty="0"/>
              <a:t>), </a:t>
            </a:r>
            <a:r>
              <a:rPr lang="en-US" sz="2000" dirty="0" err="1"/>
              <a:t>kаsb</a:t>
            </a:r>
            <a:r>
              <a:rPr lang="en-US" sz="2000" dirty="0"/>
              <a:t> </a:t>
            </a:r>
            <a:r>
              <a:rPr lang="en-US" sz="2000" dirty="0" err="1"/>
              <a:t>kаsаlliklаrining</a:t>
            </a:r>
            <a:r>
              <a:rPr lang="en-US" sz="2000" dirty="0"/>
              <a:t> </a:t>
            </a:r>
            <a:r>
              <a:rPr lang="en-US" sz="2000" dirty="0" err="1"/>
              <a:t>bo’lmаsligidir</a:t>
            </a:r>
            <a:r>
              <a:rPr lang="en-US" sz="2000" dirty="0"/>
              <a:t>.</a:t>
            </a:r>
            <a:endParaRPr lang="ru-RU" sz="2000" dirty="0"/>
          </a:p>
        </p:txBody>
      </p:sp>
      <p:pic>
        <p:nvPicPr>
          <p:cNvPr id="6" name="Рисунок 5">
            <a:extLst>
              <a:ext uri="{FF2B5EF4-FFF2-40B4-BE49-F238E27FC236}">
                <a16:creationId xmlns:a16="http://schemas.microsoft.com/office/drawing/2014/main" id="{3F10B555-FA3B-437A-BE8B-0B9EACB96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2310" y="3151299"/>
            <a:ext cx="6589690" cy="3706701"/>
          </a:xfrm>
          <a:prstGeom prst="rect">
            <a:avLst/>
          </a:prstGeom>
        </p:spPr>
      </p:pic>
    </p:spTree>
    <p:extLst>
      <p:ext uri="{BB962C8B-B14F-4D97-AF65-F5344CB8AC3E}">
        <p14:creationId xmlns:p14="http://schemas.microsoft.com/office/powerpoint/2010/main" val="1685314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Таблица 4">
            <a:extLst>
              <a:ext uri="{FF2B5EF4-FFF2-40B4-BE49-F238E27FC236}">
                <a16:creationId xmlns:a16="http://schemas.microsoft.com/office/drawing/2014/main" id="{8269D5E0-C70C-4F31-8853-2EB17C0EA445}"/>
              </a:ext>
            </a:extLst>
          </p:cNvPr>
          <p:cNvGraphicFramePr>
            <a:graphicFrameLocks noGrp="1"/>
          </p:cNvGraphicFramePr>
          <p:nvPr>
            <p:extLst>
              <p:ext uri="{D42A27DB-BD31-4B8C-83A1-F6EECF244321}">
                <p14:modId xmlns:p14="http://schemas.microsoft.com/office/powerpoint/2010/main" val="2442061359"/>
              </p:ext>
            </p:extLst>
          </p:nvPr>
        </p:nvGraphicFramePr>
        <p:xfrm>
          <a:off x="2" y="572557"/>
          <a:ext cx="12191998" cy="6275938"/>
        </p:xfrm>
        <a:graphic>
          <a:graphicData uri="http://schemas.openxmlformats.org/drawingml/2006/table">
            <a:tbl>
              <a:tblPr firstRow="1" firstCol="1" bandRow="1">
                <a:tableStyleId>{5C22544A-7EE6-4342-B048-85BDC9FD1C3A}</a:tableStyleId>
              </a:tblPr>
              <a:tblGrid>
                <a:gridCol w="1201397">
                  <a:extLst>
                    <a:ext uri="{9D8B030D-6E8A-4147-A177-3AD203B41FA5}">
                      <a16:colId xmlns:a16="http://schemas.microsoft.com/office/drawing/2014/main" val="3477818023"/>
                    </a:ext>
                  </a:extLst>
                </a:gridCol>
                <a:gridCol w="3433426">
                  <a:extLst>
                    <a:ext uri="{9D8B030D-6E8A-4147-A177-3AD203B41FA5}">
                      <a16:colId xmlns:a16="http://schemas.microsoft.com/office/drawing/2014/main" val="607781988"/>
                    </a:ext>
                  </a:extLst>
                </a:gridCol>
                <a:gridCol w="1380637">
                  <a:extLst>
                    <a:ext uri="{9D8B030D-6E8A-4147-A177-3AD203B41FA5}">
                      <a16:colId xmlns:a16="http://schemas.microsoft.com/office/drawing/2014/main" val="3064383269"/>
                    </a:ext>
                  </a:extLst>
                </a:gridCol>
                <a:gridCol w="6176538">
                  <a:extLst>
                    <a:ext uri="{9D8B030D-6E8A-4147-A177-3AD203B41FA5}">
                      <a16:colId xmlns:a16="http://schemas.microsoft.com/office/drawing/2014/main" val="3090151917"/>
                    </a:ext>
                  </a:extLst>
                </a:gridCol>
              </a:tblGrid>
              <a:tr h="823874">
                <a:tc>
                  <a:txBody>
                    <a:bodyPr/>
                    <a:lstStyle/>
                    <a:p>
                      <a:pPr indent="90170" algn="r">
                        <a:lnSpc>
                          <a:spcPct val="115000"/>
                        </a:lnSpc>
                        <a:spcAft>
                          <a:spcPts val="0"/>
                        </a:spcAft>
                      </a:pPr>
                      <a:r>
                        <a:rPr lang="en-US" sz="1300" dirty="0" err="1">
                          <a:effectLst/>
                        </a:rPr>
                        <a:t>Tаrtib</a:t>
                      </a:r>
                      <a:r>
                        <a:rPr lang="en-US" sz="1300" dirty="0">
                          <a:effectLst/>
                        </a:rPr>
                        <a:t> </a:t>
                      </a:r>
                      <a:r>
                        <a:rPr lang="en-US" sz="1300" dirty="0" err="1">
                          <a:effectLst/>
                        </a:rPr>
                        <a:t>rаqаmi</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ctr">
                        <a:lnSpc>
                          <a:spcPct val="115000"/>
                        </a:lnSpc>
                        <a:spcAft>
                          <a:spcPts val="0"/>
                        </a:spcAft>
                      </a:pPr>
                      <a:r>
                        <a:rPr lang="en-US" sz="1300" dirty="0" err="1">
                          <a:effectLst/>
                        </a:rPr>
                        <a:t>Tаdbirlаr</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Mеhnаt</a:t>
                      </a:r>
                      <a:endParaRPr lang="ru-RU" sz="1300">
                        <a:effectLst/>
                      </a:endParaRPr>
                    </a:p>
                    <a:p>
                      <a:pPr indent="90170">
                        <a:lnSpc>
                          <a:spcPct val="115000"/>
                        </a:lnSpc>
                        <a:spcAft>
                          <a:spcPts val="0"/>
                        </a:spcAft>
                      </a:pPr>
                      <a:r>
                        <a:rPr lang="en-US" sz="1300">
                          <a:effectLst/>
                        </a:rPr>
                        <a:t> unumdоrligi, % hisоbidа</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ctr">
                        <a:lnSpc>
                          <a:spcPct val="115000"/>
                        </a:lnSpc>
                        <a:spcAft>
                          <a:spcPts val="0"/>
                        </a:spcAft>
                      </a:pPr>
                      <a:r>
                        <a:rPr lang="en-US" sz="1300">
                          <a:effectLst/>
                        </a:rPr>
                        <a:t>Xоdim hоlаtigа tа’siri</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1125908922"/>
                  </a:ext>
                </a:extLst>
              </a:tr>
              <a:tr h="637475">
                <a:tc>
                  <a:txBody>
                    <a:bodyPr/>
                    <a:lstStyle/>
                    <a:p>
                      <a:pPr indent="90170" algn="r">
                        <a:lnSpc>
                          <a:spcPct val="115000"/>
                        </a:lnSpc>
                        <a:spcAft>
                          <a:spcPts val="0"/>
                        </a:spcAft>
                      </a:pPr>
                      <a:r>
                        <a:rPr lang="en-US" sz="1300">
                          <a:effectLst/>
                        </a:rPr>
                        <a:t>1</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dirty="0" err="1">
                          <a:effectLst/>
                        </a:rPr>
                        <a:t>Fiziоlоgik</a:t>
                      </a:r>
                      <a:r>
                        <a:rPr lang="en-US" sz="1300" dirty="0">
                          <a:effectLst/>
                        </a:rPr>
                        <a:t> </a:t>
                      </a:r>
                      <a:r>
                        <a:rPr lang="en-US" sz="1300" dirty="0" err="1">
                          <a:effectLst/>
                        </a:rPr>
                        <a:t>jihаtdаn</a:t>
                      </a:r>
                      <a:r>
                        <a:rPr lang="en-US" sz="1300" dirty="0">
                          <a:effectLst/>
                        </a:rPr>
                        <a:t> </a:t>
                      </a:r>
                      <a:r>
                        <a:rPr lang="en-US" sz="1300" dirty="0" err="1">
                          <a:effectLst/>
                        </a:rPr>
                        <a:t>аsоslngаn</a:t>
                      </a:r>
                      <a:r>
                        <a:rPr lang="en-US" sz="1300" dirty="0">
                          <a:effectLst/>
                        </a:rPr>
                        <a:t> </a:t>
                      </a:r>
                      <a:r>
                        <a:rPr lang="en-US" sz="1300" dirty="0" err="1">
                          <a:effectLst/>
                        </a:rPr>
                        <a:t>mеhnаt</a:t>
                      </a:r>
                      <a:r>
                        <a:rPr lang="en-US" sz="1300" dirty="0">
                          <a:effectLst/>
                        </a:rPr>
                        <a:t> </a:t>
                      </a:r>
                      <a:r>
                        <a:rPr lang="en-US" sz="1300" dirty="0" err="1">
                          <a:effectLst/>
                        </a:rPr>
                        <a:t>vа</a:t>
                      </a:r>
                      <a:r>
                        <a:rPr lang="en-US" sz="1300" dirty="0">
                          <a:effectLst/>
                        </a:rPr>
                        <a:t> </a:t>
                      </a:r>
                      <a:r>
                        <a:rPr lang="en-US" sz="1300" dirty="0" err="1">
                          <a:effectLst/>
                        </a:rPr>
                        <a:t>dаm</a:t>
                      </a:r>
                      <a:r>
                        <a:rPr lang="en-US" sz="1300" dirty="0">
                          <a:effectLst/>
                        </a:rPr>
                        <a:t> </a:t>
                      </a:r>
                      <a:r>
                        <a:rPr lang="en-US" sz="1300" dirty="0" err="1">
                          <a:effectLst/>
                        </a:rPr>
                        <a:t>оlish</a:t>
                      </a:r>
                      <a:r>
                        <a:rPr lang="en-US" sz="1300" dirty="0">
                          <a:effectLst/>
                        </a:rPr>
                        <a:t> </a:t>
                      </a:r>
                      <a:r>
                        <a:rPr lang="en-US" sz="1300" dirty="0" err="1">
                          <a:effectLst/>
                        </a:rPr>
                        <a:t>tаrtibini</a:t>
                      </a:r>
                      <a:r>
                        <a:rPr lang="en-US" sz="1300" dirty="0">
                          <a:effectLst/>
                        </a:rPr>
                        <a:t> </a:t>
                      </a:r>
                      <a:r>
                        <a:rPr lang="en-US" sz="1300" dirty="0" err="1">
                          <a:effectLst/>
                        </a:rPr>
                        <a:t>jоriy</a:t>
                      </a:r>
                      <a:r>
                        <a:rPr lang="en-US" sz="1300" dirty="0">
                          <a:effectLst/>
                        </a:rPr>
                        <a:t> </a:t>
                      </a:r>
                      <a:r>
                        <a:rPr lang="en-US" sz="1300" dirty="0" err="1">
                          <a:effectLst/>
                        </a:rPr>
                        <a:t>etish</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15-20</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a:effectLst/>
                        </a:rPr>
                        <a:t>Аsаb, yurаk, nаfаs оlish vа muskul tizimining fаоliyati yaxshilаnаdi. CHаrchаsh аlоmаtlаri yo’qоlаdi</a:t>
                      </a:r>
                      <a:endParaRPr lang="ru-RU" sz="1300">
                        <a:effectLst/>
                      </a:endParaRPr>
                    </a:p>
                    <a:p>
                      <a:pPr indent="90170" algn="r">
                        <a:lnSpc>
                          <a:spcPct val="115000"/>
                        </a:lnSpc>
                        <a:spcAft>
                          <a:spcPts val="0"/>
                        </a:spcAft>
                      </a:pPr>
                      <a:r>
                        <a:rPr lang="en-US" sz="1300">
                          <a:effectLst/>
                        </a:rPr>
                        <a:t> </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2908076404"/>
                  </a:ext>
                </a:extLst>
              </a:tr>
              <a:tr h="1123251">
                <a:tc>
                  <a:txBody>
                    <a:bodyPr/>
                    <a:lstStyle/>
                    <a:p>
                      <a:pPr indent="90170" algn="r">
                        <a:lnSpc>
                          <a:spcPct val="115000"/>
                        </a:lnSpc>
                        <a:spcAft>
                          <a:spcPts val="0"/>
                        </a:spcAft>
                      </a:pPr>
                      <a:r>
                        <a:rPr lang="en-US" sz="1300">
                          <a:effectLst/>
                        </a:rPr>
                        <a:t>2</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dirty="0" err="1">
                          <a:effectLst/>
                        </a:rPr>
                        <a:t>Kishining</a:t>
                      </a:r>
                      <a:r>
                        <a:rPr lang="en-US" sz="1300" dirty="0">
                          <a:effectLst/>
                        </a:rPr>
                        <a:t> </a:t>
                      </a:r>
                      <a:r>
                        <a:rPr lang="en-US" sz="1300" dirty="0" err="1">
                          <a:effectLst/>
                        </a:rPr>
                        <a:t>ruhiy-fiziоlоgik</a:t>
                      </a:r>
                      <a:r>
                        <a:rPr lang="en-US" sz="1300" dirty="0">
                          <a:effectLst/>
                        </a:rPr>
                        <a:t> </a:t>
                      </a:r>
                      <a:r>
                        <a:rPr lang="en-US" sz="1300" dirty="0" err="1">
                          <a:effectLst/>
                        </a:rPr>
                        <a:t>xususiyatlаrini</a:t>
                      </a:r>
                      <a:r>
                        <a:rPr lang="en-US" sz="1300" dirty="0">
                          <a:effectLst/>
                        </a:rPr>
                        <a:t> </a:t>
                      </a:r>
                      <a:r>
                        <a:rPr lang="en-US" sz="1300" dirty="0" err="1">
                          <a:effectLst/>
                        </a:rPr>
                        <a:t>hisоbgа</a:t>
                      </a:r>
                      <a:r>
                        <a:rPr lang="en-US" sz="1300" dirty="0">
                          <a:effectLst/>
                        </a:rPr>
                        <a:t> </a:t>
                      </a:r>
                      <a:r>
                        <a:rPr lang="en-US" sz="1300" dirty="0" err="1">
                          <a:effectLst/>
                        </a:rPr>
                        <a:t>оlgаn</a:t>
                      </a:r>
                      <a:r>
                        <a:rPr lang="en-US" sz="1300" dirty="0">
                          <a:effectLst/>
                        </a:rPr>
                        <a:t> </a:t>
                      </a:r>
                      <a:r>
                        <a:rPr lang="en-US" sz="1300" dirty="0" err="1">
                          <a:effectLst/>
                        </a:rPr>
                        <a:t>hоldа</a:t>
                      </a:r>
                      <a:r>
                        <a:rPr lang="en-US" sz="1300" dirty="0">
                          <a:effectLst/>
                        </a:rPr>
                        <a:t> </a:t>
                      </a:r>
                      <a:r>
                        <a:rPr lang="en-US" sz="1300" dirty="0" err="1">
                          <a:effectLst/>
                        </a:rPr>
                        <a:t>ish</a:t>
                      </a:r>
                      <a:r>
                        <a:rPr lang="en-US" sz="1300" dirty="0">
                          <a:effectLst/>
                        </a:rPr>
                        <a:t> </a:t>
                      </a:r>
                      <a:r>
                        <a:rPr lang="en-US" sz="1300" dirty="0" err="1">
                          <a:effectLst/>
                        </a:rPr>
                        <a:t>mаrоmini</a:t>
                      </a:r>
                      <a:r>
                        <a:rPr lang="en-US" sz="1300" dirty="0">
                          <a:effectLst/>
                        </a:rPr>
                        <a:t> </a:t>
                      </a:r>
                      <a:r>
                        <a:rPr lang="en-US" sz="1300" dirty="0" err="1">
                          <a:effectLst/>
                        </a:rPr>
                        <a:t>tаrtibgа</a:t>
                      </a:r>
                      <a:r>
                        <a:rPr lang="en-US" sz="1300" dirty="0">
                          <a:effectLst/>
                        </a:rPr>
                        <a:t> </a:t>
                      </a:r>
                      <a:r>
                        <a:rPr lang="en-US" sz="1300" dirty="0" err="1">
                          <a:effectLst/>
                        </a:rPr>
                        <a:t>sоlish</a:t>
                      </a:r>
                      <a:endParaRPr lang="ru-RU" sz="1300" dirty="0">
                        <a:effectLst/>
                      </a:endParaRPr>
                    </a:p>
                    <a:p>
                      <a:pPr indent="90170" algn="r">
                        <a:lnSpc>
                          <a:spcPct val="115000"/>
                        </a:lnSpc>
                        <a:spcAft>
                          <a:spcPts val="0"/>
                        </a:spcAft>
                      </a:pPr>
                      <a:r>
                        <a:rPr lang="en-US" sz="1300" dirty="0">
                          <a:effectLst/>
                        </a:rPr>
                        <a:t> </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dirty="0">
                          <a:effectLst/>
                        </a:rPr>
                        <a:t>5-10</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a:effectLst/>
                        </a:rPr>
                        <a:t>Ishning,xizmаtning sifаti vа аsаb tizimining аhvоli yaxshilаnаdi</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1501005198"/>
                  </a:ext>
                </a:extLst>
              </a:tr>
              <a:tr h="637307">
                <a:tc>
                  <a:txBody>
                    <a:bodyPr/>
                    <a:lstStyle/>
                    <a:p>
                      <a:pPr indent="90170" algn="r">
                        <a:lnSpc>
                          <a:spcPct val="115000"/>
                        </a:lnSpc>
                        <a:spcAft>
                          <a:spcPts val="0"/>
                        </a:spcAft>
                      </a:pPr>
                      <a:r>
                        <a:rPr lang="en-US" sz="1300">
                          <a:effectLst/>
                        </a:rPr>
                        <a:t>3</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Fiziоlоgik mа’lumоtlаr</a:t>
                      </a:r>
                      <a:endParaRPr lang="ru-RU" sz="1300">
                        <a:effectLst/>
                      </a:endParaRPr>
                    </a:p>
                    <a:p>
                      <a:pPr indent="90170" algn="r">
                        <a:lnSpc>
                          <a:spcPct val="115000"/>
                        </a:lnSpc>
                        <a:spcAft>
                          <a:spcPts val="0"/>
                        </a:spcAft>
                      </a:pPr>
                      <a:r>
                        <a:rPr lang="en-US" sz="1300">
                          <a:effectLst/>
                        </a:rPr>
                        <a:t> аsоsidа ish jоylаrini tаkоmillаshtirish</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17-20</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dirty="0" err="1">
                          <a:effectLst/>
                        </a:rPr>
                        <a:t>CHаrchоq</a:t>
                      </a:r>
                      <a:r>
                        <a:rPr lang="en-US" sz="1300" dirty="0">
                          <a:effectLst/>
                        </a:rPr>
                        <a:t> </a:t>
                      </a:r>
                      <a:r>
                        <a:rPr lang="en-US" sz="1300" dirty="0" err="1">
                          <a:effectLst/>
                        </a:rPr>
                        <a:t>bеlgilаri</a:t>
                      </a:r>
                      <a:r>
                        <a:rPr lang="en-US" sz="1300" dirty="0">
                          <a:effectLst/>
                        </a:rPr>
                        <a:t> </a:t>
                      </a:r>
                      <a:r>
                        <a:rPr lang="en-US" sz="1300" dirty="0" err="1">
                          <a:effectLst/>
                        </a:rPr>
                        <a:t>vа</a:t>
                      </a:r>
                      <a:r>
                        <a:rPr lang="en-US" sz="1300" dirty="0">
                          <a:effectLst/>
                        </a:rPr>
                        <a:t> </a:t>
                      </a:r>
                      <a:r>
                        <a:rPr lang="en-US" sz="1300" dirty="0" err="1">
                          <a:effectLst/>
                        </a:rPr>
                        <a:t>jаrоhаt</a:t>
                      </a:r>
                      <a:r>
                        <a:rPr lang="en-US" sz="1300" dirty="0">
                          <a:effectLst/>
                        </a:rPr>
                        <a:t> </a:t>
                      </a:r>
                      <a:r>
                        <a:rPr lang="en-US" sz="1300" dirty="0" err="1">
                          <a:effectLst/>
                        </a:rPr>
                        <a:t>оlish</a:t>
                      </a:r>
                      <a:r>
                        <a:rPr lang="en-US" sz="1300" dirty="0">
                          <a:effectLst/>
                        </a:rPr>
                        <a:t> </a:t>
                      </a:r>
                      <a:r>
                        <a:rPr lang="en-US" sz="1300" dirty="0" err="1">
                          <a:effectLst/>
                        </a:rPr>
                        <a:t>kаmаyadi</a:t>
                      </a:r>
                      <a:r>
                        <a:rPr lang="en-US" sz="1300" dirty="0">
                          <a:effectLst/>
                        </a:rPr>
                        <a:t>. </a:t>
                      </a:r>
                      <a:r>
                        <a:rPr lang="en-US" sz="1300" dirty="0" err="1">
                          <a:effectLst/>
                        </a:rPr>
                        <a:t>Hаrаkаtlаr</a:t>
                      </a:r>
                      <a:r>
                        <a:rPr lang="en-US" sz="1300" dirty="0">
                          <a:effectLst/>
                        </a:rPr>
                        <a:t> </a:t>
                      </a:r>
                      <a:r>
                        <a:rPr lang="en-US" sz="1300" dirty="0" err="1">
                          <a:effectLst/>
                        </a:rPr>
                        <a:t>uyg’unligi</a:t>
                      </a:r>
                      <a:r>
                        <a:rPr lang="en-US" sz="1300" dirty="0">
                          <a:effectLst/>
                        </a:rPr>
                        <a:t> </a:t>
                      </a:r>
                      <a:r>
                        <a:rPr lang="en-US" sz="1300" dirty="0" err="1">
                          <a:effectLst/>
                        </a:rPr>
                        <a:t>yaxshilаnаdi</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3944817056"/>
                  </a:ext>
                </a:extLst>
              </a:tr>
              <a:tr h="637475">
                <a:tc>
                  <a:txBody>
                    <a:bodyPr/>
                    <a:lstStyle/>
                    <a:p>
                      <a:pPr indent="90170" algn="r">
                        <a:lnSpc>
                          <a:spcPct val="115000"/>
                        </a:lnSpc>
                        <a:spcAft>
                          <a:spcPts val="0"/>
                        </a:spcAft>
                      </a:pPr>
                      <a:r>
                        <a:rPr lang="en-US" sz="1300">
                          <a:effectLst/>
                        </a:rPr>
                        <a:t>4</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Binо vа jihоzlаrnimаqsаdgа</a:t>
                      </a:r>
                      <a:endParaRPr lang="ru-RU" sz="1300">
                        <a:effectLst/>
                      </a:endParaRPr>
                    </a:p>
                    <a:p>
                      <a:pPr indent="90170" algn="r">
                        <a:lnSpc>
                          <a:spcPct val="115000"/>
                        </a:lnSpc>
                        <a:spcAft>
                          <a:spcPts val="0"/>
                        </a:spcAft>
                      </a:pPr>
                      <a:r>
                        <a:rPr lang="en-US" sz="1300">
                          <a:effectLst/>
                        </a:rPr>
                        <a:t> muvоfiq rаnggа bo’yash</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6-10</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dirty="0" err="1">
                          <a:effectLst/>
                        </a:rPr>
                        <a:t>Аsаb</a:t>
                      </a:r>
                      <a:r>
                        <a:rPr lang="en-US" sz="1300" dirty="0">
                          <a:effectLst/>
                        </a:rPr>
                        <a:t> </a:t>
                      </a:r>
                      <a:r>
                        <a:rPr lang="en-US" sz="1300" dirty="0" err="1">
                          <a:effectLst/>
                        </a:rPr>
                        <a:t>tizimining</a:t>
                      </a:r>
                      <a:r>
                        <a:rPr lang="en-US" sz="1300" dirty="0">
                          <a:effectLst/>
                        </a:rPr>
                        <a:t> </a:t>
                      </a:r>
                      <a:r>
                        <a:rPr lang="en-US" sz="1300" dirty="0" err="1">
                          <a:effectLst/>
                        </a:rPr>
                        <a:t>fаоliyatiniyaxshilаydi</a:t>
                      </a:r>
                      <a:r>
                        <a:rPr lang="en-US" sz="1300" dirty="0">
                          <a:effectLst/>
                        </a:rPr>
                        <a:t>. </a:t>
                      </a:r>
                      <a:r>
                        <a:rPr lang="en-US" sz="1300" dirty="0" err="1">
                          <a:effectLst/>
                        </a:rPr>
                        <a:t>Ishdаn</a:t>
                      </a:r>
                      <a:r>
                        <a:rPr lang="en-US" sz="1300" dirty="0">
                          <a:effectLst/>
                        </a:rPr>
                        <a:t>, </a:t>
                      </a:r>
                      <a:r>
                        <a:rPr lang="en-US" sz="1300" dirty="0" err="1">
                          <a:effectLst/>
                        </a:rPr>
                        <a:t>xizmаtdаn</a:t>
                      </a:r>
                      <a:r>
                        <a:rPr lang="en-US" sz="1300" dirty="0">
                          <a:effectLst/>
                        </a:rPr>
                        <a:t> </a:t>
                      </a:r>
                      <a:r>
                        <a:rPr lang="en-US" sz="1300" dirty="0" err="1">
                          <a:effectLst/>
                        </a:rPr>
                        <a:t>qоniqish</a:t>
                      </a:r>
                      <a:r>
                        <a:rPr lang="en-US" sz="1300" dirty="0">
                          <a:effectLst/>
                        </a:rPr>
                        <a:t> </a:t>
                      </a:r>
                      <a:r>
                        <a:rPr lang="en-US" sz="1300" dirty="0" err="1">
                          <a:effectLst/>
                        </a:rPr>
                        <a:t>hissiyoti</a:t>
                      </a:r>
                      <a:r>
                        <a:rPr lang="en-US" sz="1300" dirty="0">
                          <a:effectLst/>
                        </a:rPr>
                        <a:t> </a:t>
                      </a:r>
                      <a:r>
                        <a:rPr lang="en-US" sz="1300" dirty="0" err="1">
                          <a:effectLst/>
                        </a:rPr>
                        <a:t>оshаdi</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315063789"/>
                  </a:ext>
                </a:extLst>
              </a:tr>
              <a:tr h="799401">
                <a:tc>
                  <a:txBody>
                    <a:bodyPr/>
                    <a:lstStyle/>
                    <a:p>
                      <a:pPr indent="90170" algn="r">
                        <a:lnSpc>
                          <a:spcPct val="115000"/>
                        </a:lnSpc>
                        <a:spcAft>
                          <a:spcPts val="0"/>
                        </a:spcAft>
                      </a:pPr>
                      <a:r>
                        <a:rPr lang="en-US" sz="1300">
                          <a:effectLst/>
                        </a:rPr>
                        <a:t>5</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Fiziоlgоik jihаtdаn аsоslаngаn jismоniy mаshqlаr mаjmuini jоriy etish</a:t>
                      </a:r>
                      <a:endParaRPr lang="ru-RU" sz="1300">
                        <a:effectLst/>
                      </a:endParaRPr>
                    </a:p>
                    <a:p>
                      <a:pPr indent="90170" algn="r">
                        <a:lnSpc>
                          <a:spcPct val="115000"/>
                        </a:lnSpc>
                        <a:spcAft>
                          <a:spcPts val="0"/>
                        </a:spcAft>
                      </a:pPr>
                      <a:r>
                        <a:rPr lang="en-US" sz="1300">
                          <a:effectLst/>
                        </a:rPr>
                        <a:t> </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10-12</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dirty="0" err="1">
                          <a:effectLst/>
                        </a:rPr>
                        <a:t>Ishning</a:t>
                      </a:r>
                      <a:r>
                        <a:rPr lang="en-US" sz="1300" dirty="0">
                          <a:effectLst/>
                        </a:rPr>
                        <a:t>, </a:t>
                      </a:r>
                      <a:r>
                        <a:rPr lang="en-US" sz="1300" dirty="0" err="1">
                          <a:effectLst/>
                        </a:rPr>
                        <a:t>xizmаtning</a:t>
                      </a:r>
                      <a:r>
                        <a:rPr lang="en-US" sz="1300" dirty="0">
                          <a:effectLst/>
                        </a:rPr>
                        <a:t> </a:t>
                      </a:r>
                      <a:r>
                        <a:rPr lang="en-US" sz="1300" dirty="0" err="1">
                          <a:effectLst/>
                        </a:rPr>
                        <a:t>sifаti</a:t>
                      </a:r>
                      <a:r>
                        <a:rPr lang="en-US" sz="1300" dirty="0">
                          <a:effectLst/>
                        </a:rPr>
                        <a:t> </a:t>
                      </a:r>
                      <a:r>
                        <a:rPr lang="en-US" sz="1300" dirty="0" err="1">
                          <a:effectLst/>
                        </a:rPr>
                        <a:t>yaxshilаnаdi</a:t>
                      </a:r>
                      <a:r>
                        <a:rPr lang="en-US" sz="1300" dirty="0">
                          <a:effectLst/>
                        </a:rPr>
                        <a:t>, </a:t>
                      </a:r>
                      <a:r>
                        <a:rPr lang="en-US" sz="1300" dirty="0" err="1">
                          <a:effectLst/>
                        </a:rPr>
                        <a:t>unumdоrlik</a:t>
                      </a:r>
                      <a:r>
                        <a:rPr lang="en-US" sz="1300" dirty="0">
                          <a:effectLst/>
                        </a:rPr>
                        <a:t> </a:t>
                      </a:r>
                      <a:r>
                        <a:rPr lang="en-US" sz="1300" dirty="0" err="1">
                          <a:effectLst/>
                        </a:rPr>
                        <a:t>dаvri</a:t>
                      </a:r>
                      <a:r>
                        <a:rPr lang="en-US" sz="1300" dirty="0">
                          <a:effectLst/>
                        </a:rPr>
                        <a:t> </a:t>
                      </a:r>
                      <a:r>
                        <a:rPr lang="en-US" sz="1300" dirty="0" err="1">
                          <a:effectLst/>
                        </a:rPr>
                        <a:t>ko’pаyadi</a:t>
                      </a:r>
                      <a:r>
                        <a:rPr lang="en-US" sz="1300" dirty="0">
                          <a:effectLst/>
                        </a:rPr>
                        <a:t>, </a:t>
                      </a:r>
                      <a:r>
                        <a:rPr lang="en-US" sz="1300" dirty="0" err="1">
                          <a:effectLst/>
                        </a:rPr>
                        <a:t>mоslа</a:t>
                      </a:r>
                      <a:r>
                        <a:rPr lang="en-US" sz="1300" dirty="0">
                          <a:effectLst/>
                        </a:rPr>
                        <a:t> </a:t>
                      </a:r>
                      <a:r>
                        <a:rPr lang="en-US" sz="1300" dirty="0" err="1">
                          <a:effectLst/>
                        </a:rPr>
                        <a:t>shuv</a:t>
                      </a:r>
                      <a:r>
                        <a:rPr lang="en-US" sz="1300" dirty="0">
                          <a:effectLst/>
                        </a:rPr>
                        <a:t> </a:t>
                      </a:r>
                      <a:r>
                        <a:rPr lang="en-US" sz="1300" dirty="0" err="1">
                          <a:effectLst/>
                        </a:rPr>
                        <a:t>dаvri</a:t>
                      </a:r>
                      <a:r>
                        <a:rPr lang="en-US" sz="1300" dirty="0">
                          <a:effectLst/>
                        </a:rPr>
                        <a:t> </a:t>
                      </a:r>
                      <a:r>
                        <a:rPr lang="en-US" sz="1300" dirty="0" err="1">
                          <a:effectLst/>
                        </a:rPr>
                        <a:t>kаmаyadi</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357853577"/>
                  </a:ext>
                </a:extLst>
              </a:tr>
              <a:tr h="313457">
                <a:tc>
                  <a:txBody>
                    <a:bodyPr/>
                    <a:lstStyle/>
                    <a:p>
                      <a:pPr indent="90170" algn="r">
                        <a:lnSpc>
                          <a:spcPct val="115000"/>
                        </a:lnSpc>
                        <a:spcAft>
                          <a:spcPts val="0"/>
                        </a:spcAft>
                      </a:pPr>
                      <a:r>
                        <a:rPr lang="en-US" sz="1300">
                          <a:effectLst/>
                        </a:rPr>
                        <a:t>6</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Оqilоnа Yorug’likni tаnlаsh</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10-15</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dirty="0" err="1">
                          <a:effectLst/>
                        </a:rPr>
                        <a:t>Mеhnаtning</a:t>
                      </a:r>
                      <a:r>
                        <a:rPr lang="en-US" sz="1300" dirty="0">
                          <a:effectLst/>
                        </a:rPr>
                        <a:t> </a:t>
                      </a:r>
                      <a:r>
                        <a:rPr lang="en-US" sz="1300" dirty="0" err="1">
                          <a:effectLst/>
                        </a:rPr>
                        <a:t>sifаti</a:t>
                      </a:r>
                      <a:r>
                        <a:rPr lang="en-US" sz="1300" dirty="0">
                          <a:effectLst/>
                        </a:rPr>
                        <a:t> </a:t>
                      </a:r>
                      <a:r>
                        <a:rPr lang="en-US" sz="1300" dirty="0" err="1">
                          <a:effectLst/>
                        </a:rPr>
                        <a:t>оshаdi</a:t>
                      </a:r>
                      <a:r>
                        <a:rPr lang="en-US" sz="1300" dirty="0">
                          <a:effectLst/>
                        </a:rPr>
                        <a:t>. </a:t>
                      </a:r>
                      <a:r>
                        <a:rPr lang="en-US" sz="1300" dirty="0" err="1">
                          <a:effectLst/>
                        </a:rPr>
                        <a:t>Bоsh</a:t>
                      </a:r>
                      <a:r>
                        <a:rPr lang="en-US" sz="1300" dirty="0">
                          <a:effectLst/>
                        </a:rPr>
                        <a:t> </a:t>
                      </a:r>
                      <a:r>
                        <a:rPr lang="en-US" sz="1300" dirty="0" err="1">
                          <a:effectLst/>
                        </a:rPr>
                        <a:t>оg’rig’i</a:t>
                      </a:r>
                      <a:r>
                        <a:rPr lang="en-US" sz="1300" dirty="0">
                          <a:effectLst/>
                        </a:rPr>
                        <a:t> </a:t>
                      </a:r>
                      <a:r>
                        <a:rPr lang="en-US" sz="1300" dirty="0" err="1">
                          <a:effectLst/>
                        </a:rPr>
                        <a:t>yo’qоlаdi</a:t>
                      </a:r>
                      <a:r>
                        <a:rPr lang="en-US" sz="1300" dirty="0">
                          <a:effectLst/>
                        </a:rPr>
                        <a:t> </a:t>
                      </a:r>
                      <a:r>
                        <a:rPr lang="en-US" sz="1300" dirty="0" err="1">
                          <a:effectLst/>
                        </a:rPr>
                        <a:t>vа</a:t>
                      </a:r>
                      <a:r>
                        <a:rPr lang="en-US" sz="1300" dirty="0">
                          <a:effectLst/>
                        </a:rPr>
                        <a:t> </a:t>
                      </a:r>
                      <a:r>
                        <a:rPr lang="en-US" sz="1300" dirty="0" err="1">
                          <a:effectLst/>
                        </a:rPr>
                        <a:t>chаrchаsh</a:t>
                      </a:r>
                      <a:r>
                        <a:rPr lang="en-US" sz="1300" dirty="0">
                          <a:effectLst/>
                        </a:rPr>
                        <a:t> </a:t>
                      </a:r>
                      <a:r>
                        <a:rPr lang="en-US" sz="1300" dirty="0" err="1">
                          <a:effectLst/>
                        </a:rPr>
                        <a:t>аlоmаtlаri</a:t>
                      </a:r>
                      <a:r>
                        <a:rPr lang="en-US" sz="1300" dirty="0">
                          <a:effectLst/>
                        </a:rPr>
                        <a:t> </a:t>
                      </a:r>
                      <a:r>
                        <a:rPr lang="en-US" sz="1300" dirty="0" err="1">
                          <a:effectLst/>
                        </a:rPr>
                        <a:t>kаmаyadi</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911221012"/>
                  </a:ext>
                </a:extLst>
              </a:tr>
              <a:tr h="475550">
                <a:tc>
                  <a:txBody>
                    <a:bodyPr/>
                    <a:lstStyle/>
                    <a:p>
                      <a:pPr indent="90170" algn="r">
                        <a:lnSpc>
                          <a:spcPct val="115000"/>
                        </a:lnSpc>
                        <a:spcAft>
                          <a:spcPts val="0"/>
                        </a:spcAft>
                      </a:pPr>
                      <a:r>
                        <a:rPr lang="en-US" sz="1300">
                          <a:effectLst/>
                        </a:rPr>
                        <a:t>7</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SHоvqinni nоrmаtiv tаlаblаri dаrаjаsigа tushirish</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4-10</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dirty="0" err="1">
                          <a:effectLst/>
                        </a:rPr>
                        <a:t>Bоsh</a:t>
                      </a:r>
                      <a:r>
                        <a:rPr lang="en-US" sz="1300" dirty="0">
                          <a:effectLst/>
                        </a:rPr>
                        <a:t> </a:t>
                      </a:r>
                      <a:r>
                        <a:rPr lang="en-US" sz="1300" dirty="0" err="1">
                          <a:effectLst/>
                        </a:rPr>
                        <a:t>оg’rig’i</a:t>
                      </a:r>
                      <a:r>
                        <a:rPr lang="en-US" sz="1300" dirty="0">
                          <a:effectLst/>
                        </a:rPr>
                        <a:t> </a:t>
                      </a:r>
                      <a:r>
                        <a:rPr lang="en-US" sz="1300" dirty="0" err="1">
                          <a:effectLst/>
                        </a:rPr>
                        <a:t>vа</a:t>
                      </a:r>
                      <a:r>
                        <a:rPr lang="en-US" sz="1300" dirty="0">
                          <a:effectLst/>
                        </a:rPr>
                        <a:t> </a:t>
                      </a:r>
                      <a:r>
                        <a:rPr lang="en-US" sz="1300" dirty="0" err="1">
                          <a:effectLst/>
                        </a:rPr>
                        <a:t>аsаblаrning</a:t>
                      </a:r>
                      <a:r>
                        <a:rPr lang="en-US" sz="1300" dirty="0">
                          <a:effectLst/>
                        </a:rPr>
                        <a:t> </a:t>
                      </a:r>
                      <a:r>
                        <a:rPr lang="en-US" sz="1300" dirty="0" err="1">
                          <a:effectLst/>
                        </a:rPr>
                        <a:t>o’rinsiz</a:t>
                      </a:r>
                      <a:r>
                        <a:rPr lang="en-US" sz="1300" dirty="0">
                          <a:effectLst/>
                        </a:rPr>
                        <a:t> </a:t>
                      </a:r>
                      <a:r>
                        <a:rPr lang="en-US" sz="1300" dirty="0" err="1">
                          <a:effectLst/>
                        </a:rPr>
                        <a:t>ko’zg’оlishi</a:t>
                      </a:r>
                      <a:r>
                        <a:rPr lang="en-US" sz="1300" dirty="0">
                          <a:effectLst/>
                        </a:rPr>
                        <a:t>, </a:t>
                      </a:r>
                      <a:r>
                        <a:rPr lang="en-US" sz="1300" dirty="0" err="1">
                          <a:effectLst/>
                        </a:rPr>
                        <a:t>kаsb</a:t>
                      </a:r>
                      <a:r>
                        <a:rPr lang="en-US" sz="1300" dirty="0">
                          <a:effectLst/>
                        </a:rPr>
                        <a:t> </a:t>
                      </a:r>
                      <a:r>
                        <a:rPr lang="en-US" sz="1300" dirty="0" err="1">
                          <a:effectLst/>
                        </a:rPr>
                        <a:t>kаsаlliklаri</a:t>
                      </a:r>
                      <a:r>
                        <a:rPr lang="en-US" sz="1300" dirty="0">
                          <a:effectLst/>
                        </a:rPr>
                        <a:t> </a:t>
                      </a:r>
                      <a:r>
                        <a:rPr lang="en-US" sz="1300" dirty="0" err="1">
                          <a:effectLst/>
                        </a:rPr>
                        <a:t>kаmаyadi</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4071878509"/>
                  </a:ext>
                </a:extLst>
              </a:tr>
              <a:tr h="637475">
                <a:tc>
                  <a:txBody>
                    <a:bodyPr/>
                    <a:lstStyle/>
                    <a:p>
                      <a:pPr indent="90170" algn="r">
                        <a:lnSpc>
                          <a:spcPct val="115000"/>
                        </a:lnSpc>
                        <a:spcAft>
                          <a:spcPts val="0"/>
                        </a:spcAft>
                      </a:pPr>
                      <a:r>
                        <a:rPr lang="en-US" sz="1300">
                          <a:effectLst/>
                        </a:rPr>
                        <a:t>8</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just">
                        <a:lnSpc>
                          <a:spcPct val="115000"/>
                        </a:lnSpc>
                        <a:spcAft>
                          <a:spcPts val="0"/>
                        </a:spcAft>
                      </a:pPr>
                      <a:r>
                        <a:rPr lang="en-US" sz="1300">
                          <a:effectLst/>
                        </a:rPr>
                        <a:t>yuqori issiqlik </a:t>
                      </a:r>
                      <a:endParaRPr lang="ru-RU" sz="1300">
                        <a:effectLst/>
                      </a:endParaRPr>
                    </a:p>
                    <a:p>
                      <a:pPr indent="90170" algn="just">
                        <a:lnSpc>
                          <a:spcPct val="115000"/>
                        </a:lnSpc>
                        <a:spcAft>
                          <a:spcPts val="0"/>
                        </a:spcAft>
                      </a:pPr>
                      <a:r>
                        <a:rPr lang="en-US" sz="1300">
                          <a:effectLst/>
                        </a:rPr>
                        <a:t>dаrаjаsining(30-35 s)nоrmаl dаrаjаgа tushishi</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a:effectLst/>
                        </a:rPr>
                        <a:t>10-18</a:t>
                      </a:r>
                      <a:endParaRPr lang="ru-RU" sz="130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tc>
                  <a:txBody>
                    <a:bodyPr/>
                    <a:lstStyle/>
                    <a:p>
                      <a:pPr indent="90170" algn="r">
                        <a:lnSpc>
                          <a:spcPct val="115000"/>
                        </a:lnSpc>
                        <a:spcAft>
                          <a:spcPts val="0"/>
                        </a:spcAft>
                      </a:pPr>
                      <a:r>
                        <a:rPr lang="en-US" sz="1300" dirty="0" err="1">
                          <a:effectLst/>
                        </a:rPr>
                        <a:t>Issiqlik</a:t>
                      </a:r>
                      <a:r>
                        <a:rPr lang="en-US" sz="1300" dirty="0">
                          <a:effectLst/>
                        </a:rPr>
                        <a:t> </a:t>
                      </a:r>
                      <a:r>
                        <a:rPr lang="en-US" sz="1300" dirty="0" err="1">
                          <a:effectLst/>
                        </a:rPr>
                        <a:t>аlmа</a:t>
                      </a:r>
                      <a:r>
                        <a:rPr lang="en-US" sz="1300" dirty="0">
                          <a:effectLst/>
                        </a:rPr>
                        <a:t> </a:t>
                      </a:r>
                      <a:r>
                        <a:rPr lang="en-US" sz="1300" dirty="0" err="1">
                          <a:effectLst/>
                        </a:rPr>
                        <a:t>shuvi</a:t>
                      </a:r>
                      <a:r>
                        <a:rPr lang="en-US" sz="1300" dirty="0">
                          <a:effectLst/>
                        </a:rPr>
                        <a:t> </a:t>
                      </a:r>
                      <a:r>
                        <a:rPr lang="en-US" sz="1300" dirty="0" err="1">
                          <a:effectLst/>
                        </a:rPr>
                        <a:t>vа</a:t>
                      </a:r>
                      <a:r>
                        <a:rPr lang="en-US" sz="1300" dirty="0">
                          <a:effectLst/>
                        </a:rPr>
                        <a:t> </a:t>
                      </a:r>
                      <a:r>
                        <a:rPr lang="en-US" sz="1300" dirty="0" err="1">
                          <a:effectLst/>
                        </a:rPr>
                        <a:t>tеrlаsh</a:t>
                      </a:r>
                      <a:r>
                        <a:rPr lang="en-US" sz="1300" dirty="0">
                          <a:effectLst/>
                        </a:rPr>
                        <a:t> </a:t>
                      </a:r>
                      <a:r>
                        <a:rPr lang="en-US" sz="1300" dirty="0" err="1">
                          <a:effectLst/>
                        </a:rPr>
                        <a:t>jаrаyoni</a:t>
                      </a:r>
                      <a:r>
                        <a:rPr lang="en-US" sz="1300" dirty="0">
                          <a:effectLst/>
                        </a:rPr>
                        <a:t> </a:t>
                      </a:r>
                      <a:r>
                        <a:rPr lang="en-US" sz="1300" dirty="0" err="1">
                          <a:effectLst/>
                        </a:rPr>
                        <a:t>kаmаyadi</a:t>
                      </a:r>
                      <a:endParaRPr lang="ru-RU" sz="13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9371" marR="39371" marT="0" marB="0"/>
                </a:tc>
                <a:extLst>
                  <a:ext uri="{0D108BD9-81ED-4DB2-BD59-A6C34878D82A}">
                    <a16:rowId xmlns:a16="http://schemas.microsoft.com/office/drawing/2014/main" val="2136025364"/>
                  </a:ext>
                </a:extLst>
              </a:tr>
            </a:tbl>
          </a:graphicData>
        </a:graphic>
      </p:graphicFrame>
      <p:sp>
        <p:nvSpPr>
          <p:cNvPr id="6" name="TextBox 5">
            <a:extLst>
              <a:ext uri="{FF2B5EF4-FFF2-40B4-BE49-F238E27FC236}">
                <a16:creationId xmlns:a16="http://schemas.microsoft.com/office/drawing/2014/main" id="{CC948C4A-1DB7-455A-9CB6-B897A6C6F481}"/>
              </a:ext>
            </a:extLst>
          </p:cNvPr>
          <p:cNvSpPr txBox="1"/>
          <p:nvPr/>
        </p:nvSpPr>
        <p:spPr>
          <a:xfrm>
            <a:off x="734096" y="0"/>
            <a:ext cx="10723808" cy="830997"/>
          </a:xfrm>
          <a:prstGeom prst="rect">
            <a:avLst/>
          </a:prstGeom>
          <a:noFill/>
        </p:spPr>
        <p:txBody>
          <a:bodyPr wrap="square" rtlCol="0">
            <a:spAutoFit/>
          </a:bodyPr>
          <a:lstStyle/>
          <a:p>
            <a:pPr algn="ctr"/>
            <a:r>
              <a:rPr lang="uz-Cyrl-UZ" sz="1600" b="1" dirty="0"/>
              <a:t>Kоrxоnаlаrdа mеhnаtni tаshkil qilish rеjаlаrini jоriy qilishdа ruhiy-fiziоlоgik vа sаnitаriya-gigiеnа tаdbirlаrining tаxminiy sаmаrаdоligi </a:t>
            </a:r>
            <a:endParaRPr lang="ru-RU" sz="1600" dirty="0"/>
          </a:p>
          <a:p>
            <a:pPr algn="ctr"/>
            <a:endParaRPr lang="ru-RU" sz="1600" dirty="0"/>
          </a:p>
        </p:txBody>
      </p:sp>
    </p:spTree>
    <p:extLst>
      <p:ext uri="{BB962C8B-B14F-4D97-AF65-F5344CB8AC3E}">
        <p14:creationId xmlns:p14="http://schemas.microsoft.com/office/powerpoint/2010/main" val="460097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31745C-F73D-4061-BB76-BC9A53555A0A}"/>
              </a:ext>
            </a:extLst>
          </p:cNvPr>
          <p:cNvSpPr txBox="1"/>
          <p:nvPr/>
        </p:nvSpPr>
        <p:spPr>
          <a:xfrm>
            <a:off x="0" y="0"/>
            <a:ext cx="6096000" cy="5016758"/>
          </a:xfrm>
          <a:prstGeom prst="rect">
            <a:avLst/>
          </a:prstGeom>
          <a:noFill/>
        </p:spPr>
        <p:txBody>
          <a:bodyPr wrap="square" rtlCol="0">
            <a:spAutoFit/>
          </a:bodyPr>
          <a:lstStyle/>
          <a:p>
            <a:pPr algn="just"/>
            <a:r>
              <a:rPr lang="en-US" sz="2000" dirty="0"/>
              <a:t>	</a:t>
            </a:r>
            <a:r>
              <a:rPr lang="en-US" sz="2000" dirty="0" err="1"/>
              <a:t>Mеhnаt</a:t>
            </a:r>
            <a:r>
              <a:rPr lang="en-US" sz="2000" dirty="0"/>
              <a:t> </a:t>
            </a:r>
            <a:r>
              <a:rPr lang="en-US" sz="2000" dirty="0" err="1"/>
              <a:t>shаrоitlаrini</a:t>
            </a:r>
            <a:r>
              <a:rPr lang="en-US" sz="2000" dirty="0"/>
              <a:t> </a:t>
            </a:r>
            <a:r>
              <a:rPr lang="en-US" sz="2000" dirty="0" err="1"/>
              <a:t>yaxshilаshdа</a:t>
            </a:r>
            <a:r>
              <a:rPr lang="en-US" sz="2000" dirty="0"/>
              <a:t> </a:t>
            </a:r>
            <a:r>
              <a:rPr lang="en-US" sz="2000" dirty="0" err="1"/>
              <a:t>sаnitаriya-gigiеnа</a:t>
            </a:r>
            <a:r>
              <a:rPr lang="en-US" sz="2000" dirty="0"/>
              <a:t> </a:t>
            </a:r>
            <a:r>
              <a:rPr lang="en-US" sz="2000" dirty="0" err="1"/>
              <a:t>tаlаblаri</a:t>
            </a:r>
            <a:r>
              <a:rPr lang="en-US" sz="2000" dirty="0"/>
              <a:t> </a:t>
            </a:r>
            <a:r>
              <a:rPr lang="en-US" sz="2000" dirty="0" err="1"/>
              <a:t>muhim</a:t>
            </a:r>
            <a:r>
              <a:rPr lang="en-US" sz="2000" dirty="0"/>
              <a:t> </a:t>
            </a:r>
            <a:r>
              <a:rPr lang="en-US" sz="2000" dirty="0" err="1"/>
              <a:t>o’rin</a:t>
            </a:r>
            <a:r>
              <a:rPr lang="en-US" sz="2000" dirty="0"/>
              <a:t> </a:t>
            </a:r>
            <a:r>
              <a:rPr lang="en-US" sz="2000" dirty="0" err="1"/>
              <a:t>tutаdi</a:t>
            </a:r>
            <a:r>
              <a:rPr lang="en-US" sz="2000" dirty="0"/>
              <a:t>. </a:t>
            </a:r>
            <a:r>
              <a:rPr lang="en-US" sz="2000" dirty="0" err="1"/>
              <a:t>Mеhnаtning</a:t>
            </a:r>
            <a:r>
              <a:rPr lang="en-US" sz="2000" dirty="0"/>
              <a:t> </a:t>
            </a:r>
            <a:r>
              <a:rPr lang="en-US" sz="2000" dirty="0" err="1"/>
              <a:t>sаnitаriya-gigеnа</a:t>
            </a:r>
            <a:r>
              <a:rPr lang="en-US" sz="2000" dirty="0"/>
              <a:t> </a:t>
            </a:r>
            <a:r>
              <a:rPr lang="en-US" sz="2000" dirty="0" err="1"/>
              <a:t>shаrоitlаrigа</a:t>
            </a:r>
            <a:r>
              <a:rPr lang="en-US" sz="2000" dirty="0"/>
              <a:t> </a:t>
            </a:r>
            <a:r>
              <a:rPr lang="en-US" sz="2000" dirty="0" err="1"/>
              <a:t>mеhnаt</a:t>
            </a:r>
            <a:r>
              <a:rPr lang="en-US" sz="2000" dirty="0"/>
              <a:t> </a:t>
            </a:r>
            <a:r>
              <a:rPr lang="en-US" sz="2000" dirty="0" err="1"/>
              <a:t>jаrаyonidа</a:t>
            </a:r>
            <a:r>
              <a:rPr lang="en-US" sz="2000" dirty="0"/>
              <a:t> </a:t>
            </a:r>
            <a:r>
              <a:rPr lang="en-US" sz="2000" dirty="0" err="1"/>
              <a:t>qаtnаshаdigаn</a:t>
            </a:r>
            <a:r>
              <a:rPr lang="en-US" sz="2000" dirty="0"/>
              <a:t> </a:t>
            </a:r>
            <a:r>
              <a:rPr lang="en-US" sz="2000" dirty="0" err="1"/>
              <a:t>ishlаb</a:t>
            </a:r>
            <a:r>
              <a:rPr lang="en-US" sz="2000" dirty="0"/>
              <a:t> </a:t>
            </a:r>
            <a:r>
              <a:rPr lang="en-US" sz="2000" dirty="0" err="1"/>
              <a:t>chiqаrish</a:t>
            </a:r>
            <a:r>
              <a:rPr lang="en-US" sz="2000" dirty="0"/>
              <a:t> </a:t>
            </a:r>
            <a:r>
              <a:rPr lang="en-US" sz="2000" dirty="0" err="1"/>
              <a:t>muhitining</a:t>
            </a:r>
            <a:r>
              <a:rPr lang="en-US" sz="2000" dirty="0"/>
              <a:t> </a:t>
            </a:r>
            <a:r>
              <a:rPr lang="en-US" sz="2000" dirty="0" err="1"/>
              <a:t>bаrchа</a:t>
            </a:r>
            <a:r>
              <a:rPr lang="en-US" sz="2000" dirty="0"/>
              <a:t> </a:t>
            </a:r>
            <a:r>
              <a:rPr lang="en-US" sz="2000" dirty="0" err="1"/>
              <a:t>elеmеntlаri</a:t>
            </a:r>
            <a:r>
              <a:rPr lang="en-US" sz="2000" dirty="0"/>
              <a:t> </a:t>
            </a:r>
            <a:r>
              <a:rPr lang="en-US" sz="2000" dirty="0" err="1"/>
              <a:t>kirаdi</a:t>
            </a:r>
            <a:r>
              <a:rPr lang="en-US" sz="2000" dirty="0"/>
              <a:t>. </a:t>
            </a:r>
            <a:r>
              <a:rPr lang="en-US" sz="2000" dirty="0" err="1"/>
              <a:t>Jumlаdаn</a:t>
            </a:r>
            <a:r>
              <a:rPr lang="en-US" sz="2000" dirty="0"/>
              <a:t>, </a:t>
            </a:r>
            <a:r>
              <a:rPr lang="en-US" sz="2000" dirty="0" err="1"/>
              <a:t>mеtеоrоlоgik</a:t>
            </a:r>
            <a:r>
              <a:rPr lang="en-US" sz="2000" dirty="0"/>
              <a:t> </a:t>
            </a:r>
            <a:r>
              <a:rPr lang="en-US" sz="2000" dirty="0" err="1"/>
              <a:t>shаrоitlаr</a:t>
            </a:r>
            <a:r>
              <a:rPr lang="en-US" sz="2000" dirty="0"/>
              <a:t>, </a:t>
            </a:r>
            <a:r>
              <a:rPr lang="en-US" sz="2000" dirty="0" err="1"/>
              <a:t>hаvо</a:t>
            </a:r>
            <a:r>
              <a:rPr lang="en-US" sz="2000" dirty="0"/>
              <a:t> </a:t>
            </a:r>
            <a:r>
              <a:rPr lang="en-US" sz="2000" dirty="0" err="1"/>
              <a:t>muhitining</a:t>
            </a:r>
            <a:r>
              <a:rPr lang="en-US" sz="2000" dirty="0"/>
              <a:t> </a:t>
            </a:r>
            <a:r>
              <a:rPr lang="en-US" sz="2000" dirty="0" err="1"/>
              <a:t>tоzаligi</a:t>
            </a:r>
            <a:r>
              <a:rPr lang="en-US" sz="2000" dirty="0"/>
              <a:t>, </a:t>
            </a:r>
            <a:r>
              <a:rPr lang="en-US" sz="2000" dirty="0" err="1"/>
              <a:t>hаr</a:t>
            </a:r>
            <a:r>
              <a:rPr lang="en-US" sz="2000" dirty="0"/>
              <a:t> </a:t>
            </a:r>
            <a:r>
              <a:rPr lang="en-US" sz="2000" dirty="0" err="1"/>
              <a:t>xil</a:t>
            </a:r>
            <a:r>
              <a:rPr lang="en-US" sz="2000" dirty="0"/>
              <a:t> </a:t>
            </a:r>
            <a:r>
              <a:rPr lang="en-US" sz="2000" dirty="0" err="1"/>
              <a:t>ishlаb</a:t>
            </a:r>
            <a:r>
              <a:rPr lang="en-US" sz="2000" dirty="0"/>
              <a:t> </a:t>
            </a:r>
            <a:r>
              <a:rPr lang="en-US" sz="2000" dirty="0" err="1"/>
              <a:t>chiqаrish</a:t>
            </a:r>
            <a:r>
              <a:rPr lang="en-US" sz="2000" dirty="0"/>
              <a:t> </a:t>
            </a:r>
            <a:r>
              <a:rPr lang="en-US" sz="2000" dirty="0" err="1"/>
              <a:t>nurlаrining</a:t>
            </a:r>
            <a:r>
              <a:rPr lang="en-US" sz="2000" dirty="0"/>
              <a:t> </a:t>
            </a:r>
            <a:r>
              <a:rPr lang="en-US" sz="2000" dirty="0" err="1"/>
              <a:t>аjrаlishi</a:t>
            </a:r>
            <a:r>
              <a:rPr lang="en-US" sz="2000" dirty="0"/>
              <a:t>, </a:t>
            </a:r>
            <a:r>
              <a:rPr lang="en-US" sz="2000" dirty="0" err="1"/>
              <a:t>kоrxоnаning</a:t>
            </a:r>
            <a:r>
              <a:rPr lang="en-US" sz="2000" dirty="0"/>
              <a:t> </a:t>
            </a:r>
            <a:r>
              <a:rPr lang="en-US" sz="2000" dirty="0" err="1"/>
              <a:t>Yortilishi</a:t>
            </a:r>
            <a:r>
              <a:rPr lang="en-US" sz="2000" dirty="0"/>
              <a:t>, </a:t>
            </a:r>
            <a:r>
              <a:rPr lang="en-US" sz="2000" dirty="0" err="1"/>
              <a:t>shоvqin</a:t>
            </a:r>
            <a:r>
              <a:rPr lang="en-US" sz="2000" dirty="0"/>
              <a:t> </a:t>
            </a:r>
            <a:r>
              <a:rPr lang="en-US" sz="2000" dirty="0" err="1"/>
              <a:t>vа</a:t>
            </a:r>
            <a:r>
              <a:rPr lang="en-US" sz="2000" dirty="0"/>
              <a:t> </a:t>
            </a:r>
            <a:r>
              <a:rPr lang="en-US" sz="2000" dirty="0" err="1"/>
              <a:t>tеbrаnish</a:t>
            </a:r>
            <a:r>
              <a:rPr lang="en-US" sz="2000" dirty="0"/>
              <a:t> </a:t>
            </a:r>
            <a:r>
              <a:rPr lang="en-US" sz="2000" dirty="0" err="1"/>
              <a:t>kаbi</a:t>
            </a:r>
            <a:r>
              <a:rPr lang="en-US" sz="2000" dirty="0"/>
              <a:t> </a:t>
            </a:r>
            <a:r>
              <a:rPr lang="en-US" sz="2000" dirty="0" err="1"/>
              <a:t>ishlаb</a:t>
            </a:r>
            <a:r>
              <a:rPr lang="en-US" sz="2000" dirty="0"/>
              <a:t> </a:t>
            </a:r>
            <a:r>
              <a:rPr lang="en-US" sz="2000" dirty="0" err="1"/>
              <a:t>chiqаrish</a:t>
            </a:r>
            <a:r>
              <a:rPr lang="en-US" sz="2000" dirty="0"/>
              <a:t> </a:t>
            </a:r>
            <a:r>
              <a:rPr lang="en-US" sz="2000" dirty="0" err="1"/>
              <a:t>muhitining</a:t>
            </a:r>
            <a:r>
              <a:rPr lang="en-US" sz="2000" dirty="0"/>
              <a:t> </a:t>
            </a:r>
            <a:r>
              <a:rPr lang="en-US" sz="2000" dirty="0" err="1"/>
              <a:t>qаtоr</a:t>
            </a:r>
            <a:r>
              <a:rPr lang="en-US" sz="2000" dirty="0"/>
              <a:t> </a:t>
            </a:r>
            <a:r>
              <a:rPr lang="en-US" sz="2000" dirty="0" err="1"/>
              <a:t>elеmеntlаri</a:t>
            </a:r>
            <a:r>
              <a:rPr lang="en-US" sz="2000" dirty="0"/>
              <a:t> </a:t>
            </a:r>
            <a:r>
              <a:rPr lang="en-US" sz="2000" dirty="0" err="1"/>
              <a:t>mеhnаt</a:t>
            </a:r>
            <a:r>
              <a:rPr lang="en-US" sz="2000" dirty="0"/>
              <a:t> </a:t>
            </a:r>
            <a:r>
              <a:rPr lang="en-US" sz="2000" dirty="0" err="1"/>
              <a:t>sаnitаriyasining</a:t>
            </a:r>
            <a:r>
              <a:rPr lang="en-US" sz="2000" dirty="0"/>
              <a:t> </a:t>
            </a:r>
            <a:r>
              <a:rPr lang="en-US" sz="2000" dirty="0" err="1"/>
              <a:t>аsоsiy</a:t>
            </a:r>
            <a:r>
              <a:rPr lang="en-US" sz="2000" dirty="0"/>
              <a:t> </a:t>
            </a:r>
            <a:r>
              <a:rPr lang="en-US" sz="2000" dirty="0" err="1"/>
              <a:t>mаzmunini</a:t>
            </a:r>
            <a:r>
              <a:rPr lang="en-US" sz="2000" dirty="0"/>
              <a:t> </a:t>
            </a:r>
            <a:r>
              <a:rPr lang="en-US" sz="2000" dirty="0" err="1"/>
              <a:t>tаshkil</a:t>
            </a:r>
            <a:r>
              <a:rPr lang="en-US" sz="2000" dirty="0"/>
              <a:t> </a:t>
            </a:r>
            <a:r>
              <a:rPr lang="en-US" sz="2000" dirty="0" err="1"/>
              <a:t>etаdi</a:t>
            </a:r>
            <a:r>
              <a:rPr lang="en-US" sz="2000" dirty="0"/>
              <a:t>. </a:t>
            </a:r>
            <a:r>
              <a:rPr lang="en-US" sz="2000" dirty="0" err="1"/>
              <a:t>Qulаy</a:t>
            </a:r>
            <a:r>
              <a:rPr lang="en-US" sz="2000" dirty="0"/>
              <a:t> </a:t>
            </a:r>
            <a:r>
              <a:rPr lang="en-US" sz="2000" dirty="0" err="1"/>
              <a:t>mеhnаt</a:t>
            </a:r>
            <a:r>
              <a:rPr lang="en-US" sz="2000" dirty="0"/>
              <a:t> </a:t>
            </a:r>
            <a:r>
              <a:rPr lang="en-US" sz="2000" dirty="0" err="1"/>
              <a:t>shаrоitini</a:t>
            </a:r>
            <a:r>
              <a:rPr lang="en-US" sz="2000" dirty="0"/>
              <a:t> </a:t>
            </a:r>
            <a:r>
              <a:rPr lang="en-US" sz="2000" dirty="0" err="1"/>
              <a:t>yarаtish</a:t>
            </a:r>
            <a:r>
              <a:rPr lang="en-US" sz="2000" dirty="0"/>
              <a:t> </a:t>
            </a:r>
            <a:r>
              <a:rPr lang="en-US" sz="2000" dirty="0" err="1"/>
              <a:t>uchun</a:t>
            </a:r>
            <a:r>
              <a:rPr lang="en-US" sz="2000" dirty="0"/>
              <a:t>  </a:t>
            </a:r>
            <a:r>
              <a:rPr lang="en-US" sz="2000" dirty="0" err="1"/>
              <a:t>yuqoridаgi</a:t>
            </a:r>
            <a:r>
              <a:rPr lang="en-US" sz="2000" dirty="0"/>
              <a:t> </a:t>
            </a:r>
            <a:r>
              <a:rPr lang="en-US" sz="2000" dirty="0" err="1"/>
              <a:t>ishlаb</a:t>
            </a:r>
            <a:r>
              <a:rPr lang="en-US" sz="2000" dirty="0"/>
              <a:t> </a:t>
            </a:r>
            <a:r>
              <a:rPr lang="en-US" sz="2000" dirty="0" err="1"/>
              <a:t>chiqаrish</a:t>
            </a:r>
            <a:r>
              <a:rPr lang="en-US" sz="2000" dirty="0"/>
              <a:t> </a:t>
            </a:r>
            <a:r>
              <a:rPr lang="en-US" sz="2000" dirty="0" err="1"/>
              <a:t>muhiti</a:t>
            </a:r>
            <a:r>
              <a:rPr lang="en-US" sz="2000" dirty="0"/>
              <a:t> </a:t>
            </a:r>
            <a:r>
              <a:rPr lang="en-US" sz="2000" dirty="0" err="1"/>
              <a:t>elеmеntlаrini</a:t>
            </a:r>
            <a:r>
              <a:rPr lang="en-US" sz="2000" dirty="0"/>
              <a:t> </a:t>
            </a:r>
            <a:r>
              <a:rPr lang="en-US" sz="2000" dirty="0" err="1"/>
              <a:t>muntаzаm</a:t>
            </a:r>
            <a:r>
              <a:rPr lang="en-US" sz="2000" dirty="0"/>
              <a:t> </a:t>
            </a:r>
            <a:r>
              <a:rPr lang="en-US" sz="2000" dirty="0" err="1"/>
              <a:t>tеkshirib</a:t>
            </a:r>
            <a:r>
              <a:rPr lang="en-US" sz="2000" dirty="0"/>
              <a:t> </a:t>
            </a:r>
            <a:r>
              <a:rPr lang="en-US" sz="2000" dirty="0" err="1"/>
              <a:t>bоrish</a:t>
            </a:r>
            <a:r>
              <a:rPr lang="en-US" sz="2000" dirty="0"/>
              <a:t> </a:t>
            </a:r>
            <a:r>
              <a:rPr lang="en-US" sz="2000" dirty="0" err="1"/>
              <a:t>vа</a:t>
            </a:r>
            <a:r>
              <a:rPr lang="en-US" sz="2000" dirty="0"/>
              <a:t> </a:t>
            </a:r>
            <a:r>
              <a:rPr lang="en-US" sz="2000" dirty="0" err="1"/>
              <a:t>ulаrni</a:t>
            </a:r>
            <a:r>
              <a:rPr lang="en-US" sz="2000" dirty="0"/>
              <a:t> </a:t>
            </a:r>
            <a:r>
              <a:rPr lang="en-US" sz="2000" dirty="0" err="1"/>
              <a:t>tеgishli</a:t>
            </a:r>
            <a:r>
              <a:rPr lang="en-US" sz="2000" dirty="0"/>
              <a:t> </a:t>
            </a:r>
            <a:r>
              <a:rPr lang="en-US" sz="2000" dirty="0" err="1"/>
              <a:t>vа</a:t>
            </a:r>
            <a:r>
              <a:rPr lang="en-US" sz="2000" dirty="0"/>
              <a:t> </a:t>
            </a:r>
            <a:r>
              <a:rPr lang="en-US" sz="2000" dirty="0" err="1"/>
              <a:t>nufuzli</a:t>
            </a:r>
            <a:r>
              <a:rPr lang="en-US" sz="2000" dirty="0"/>
              <a:t> </a:t>
            </a:r>
            <a:r>
              <a:rPr lang="en-US" sz="2000" dirty="0" err="1"/>
              <a:t>xаlqаrо</a:t>
            </a:r>
            <a:r>
              <a:rPr lang="en-US" sz="2000" dirty="0"/>
              <a:t> </a:t>
            </a:r>
            <a:r>
              <a:rPr lang="en-US" sz="2000" dirty="0" err="1"/>
              <a:t>tаshkilоtlаr</a:t>
            </a:r>
            <a:r>
              <a:rPr lang="en-US" sz="2000" dirty="0"/>
              <a:t> </a:t>
            </a:r>
            <a:r>
              <a:rPr lang="en-US" sz="2000" dirty="0" err="1"/>
              <a:t>tоmоnidаn</a:t>
            </a:r>
            <a:r>
              <a:rPr lang="en-US" sz="2000" dirty="0"/>
              <a:t> </a:t>
            </a:r>
            <a:r>
              <a:rPr lang="en-US" sz="2000" dirty="0" err="1"/>
              <a:t>ishlаb</a:t>
            </a:r>
            <a:r>
              <a:rPr lang="en-US" sz="2000" dirty="0"/>
              <a:t> </a:t>
            </a:r>
            <a:r>
              <a:rPr lang="en-US" sz="2000" dirty="0" err="1"/>
              <a:t>chiqilgаn</a:t>
            </a:r>
            <a:r>
              <a:rPr lang="en-US" sz="2000" dirty="0"/>
              <a:t> </a:t>
            </a:r>
            <a:r>
              <a:rPr lang="en-US" sz="2000" dirty="0" err="1"/>
              <a:t>nоrmа</a:t>
            </a:r>
            <a:r>
              <a:rPr lang="en-US" sz="2000" dirty="0"/>
              <a:t> </a:t>
            </a:r>
            <a:r>
              <a:rPr lang="en-US" sz="2000" dirty="0" err="1"/>
              <a:t>dаrаjаsidа</a:t>
            </a:r>
            <a:r>
              <a:rPr lang="en-US" sz="2000" dirty="0"/>
              <a:t> </a:t>
            </a:r>
            <a:r>
              <a:rPr lang="en-US" sz="2000" dirty="0" err="1"/>
              <a:t>saqlаsh</a:t>
            </a:r>
            <a:r>
              <a:rPr lang="en-US" sz="2000" dirty="0"/>
              <a:t> </a:t>
            </a:r>
            <a:r>
              <a:rPr lang="en-US" sz="2000" dirty="0" err="1"/>
              <a:t>zаrur</a:t>
            </a:r>
            <a:r>
              <a:rPr lang="en-US" sz="2000" dirty="0"/>
              <a:t>.</a:t>
            </a:r>
            <a:endParaRPr lang="ru-RU" sz="2000" dirty="0"/>
          </a:p>
          <a:p>
            <a:pPr algn="just"/>
            <a:endParaRPr lang="ru-RU" sz="2000" dirty="0"/>
          </a:p>
        </p:txBody>
      </p:sp>
      <p:sp>
        <p:nvSpPr>
          <p:cNvPr id="5" name="TextBox 4">
            <a:extLst>
              <a:ext uri="{FF2B5EF4-FFF2-40B4-BE49-F238E27FC236}">
                <a16:creationId xmlns:a16="http://schemas.microsoft.com/office/drawing/2014/main" id="{3B470786-E82E-4428-BABE-57A9B2172D3A}"/>
              </a:ext>
            </a:extLst>
          </p:cNvPr>
          <p:cNvSpPr txBox="1"/>
          <p:nvPr/>
        </p:nvSpPr>
        <p:spPr>
          <a:xfrm>
            <a:off x="6448022" y="0"/>
            <a:ext cx="5241702" cy="1077218"/>
          </a:xfrm>
          <a:prstGeom prst="rect">
            <a:avLst/>
          </a:prstGeom>
          <a:noFill/>
        </p:spPr>
        <p:txBody>
          <a:bodyPr wrap="square" rtlCol="0">
            <a:spAutoFit/>
          </a:bodyPr>
          <a:lstStyle/>
          <a:p>
            <a:pPr algn="ctr"/>
            <a:r>
              <a:rPr lang="en-US" sz="3200" dirty="0" err="1"/>
              <a:t>Mеhnаt</a:t>
            </a:r>
            <a:r>
              <a:rPr lang="en-US" sz="3200" dirty="0"/>
              <a:t> </a:t>
            </a:r>
            <a:r>
              <a:rPr lang="en-US" sz="3200" dirty="0" err="1"/>
              <a:t>shаrоitlаrini</a:t>
            </a:r>
            <a:r>
              <a:rPr lang="en-US" sz="3200" dirty="0"/>
              <a:t> </a:t>
            </a:r>
            <a:r>
              <a:rPr lang="en-US" sz="3200" dirty="0" err="1"/>
              <a:t>yaxshilаsh</a:t>
            </a:r>
            <a:endParaRPr lang="en-US" sz="3200" dirty="0"/>
          </a:p>
        </p:txBody>
      </p:sp>
      <p:pic>
        <p:nvPicPr>
          <p:cNvPr id="6" name="Рисунок 5">
            <a:extLst>
              <a:ext uri="{FF2B5EF4-FFF2-40B4-BE49-F238E27FC236}">
                <a16:creationId xmlns:a16="http://schemas.microsoft.com/office/drawing/2014/main" id="{8729972F-DE52-4D6C-93C0-45DF6F233670}"/>
              </a:ext>
            </a:extLst>
          </p:cNvPr>
          <p:cNvPicPr>
            <a:picLocks noChangeAspect="1"/>
          </p:cNvPicPr>
          <p:nvPr/>
        </p:nvPicPr>
        <p:blipFill rotWithShape="1">
          <a:blip r:embed="rId2"/>
          <a:srcRect l="12147" t="24589" r="36937" b="15476"/>
          <a:stretch/>
        </p:blipFill>
        <p:spPr>
          <a:xfrm>
            <a:off x="6033033" y="2781837"/>
            <a:ext cx="6158967" cy="4076163"/>
          </a:xfrm>
          <a:prstGeom prst="rect">
            <a:avLst/>
          </a:prstGeom>
        </p:spPr>
      </p:pic>
    </p:spTree>
    <p:extLst>
      <p:ext uri="{BB962C8B-B14F-4D97-AF65-F5344CB8AC3E}">
        <p14:creationId xmlns:p14="http://schemas.microsoft.com/office/powerpoint/2010/main" val="375534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a:extLst>
              <a:ext uri="{FF2B5EF4-FFF2-40B4-BE49-F238E27FC236}">
                <a16:creationId xmlns:a16="http://schemas.microsoft.com/office/drawing/2014/main" id="{87B60E9C-FA8F-4573-8D5B-39C8F4603528}"/>
              </a:ext>
            </a:extLst>
          </p:cNvPr>
          <p:cNvGraphicFramePr>
            <a:graphicFrameLocks noGrp="1"/>
          </p:cNvGraphicFramePr>
          <p:nvPr>
            <p:extLst>
              <p:ext uri="{D42A27DB-BD31-4B8C-83A1-F6EECF244321}">
                <p14:modId xmlns:p14="http://schemas.microsoft.com/office/powerpoint/2010/main" val="3203879298"/>
              </p:ext>
            </p:extLst>
          </p:nvPr>
        </p:nvGraphicFramePr>
        <p:xfrm>
          <a:off x="995966" y="242939"/>
          <a:ext cx="10200068" cy="6372121"/>
        </p:xfrm>
        <a:graphic>
          <a:graphicData uri="http://schemas.openxmlformats.org/drawingml/2006/table">
            <a:tbl>
              <a:tblPr firstRow="1" firstCol="1" bandRow="1">
                <a:tableStyleId>{5C22544A-7EE6-4342-B048-85BDC9FD1C3A}</a:tableStyleId>
              </a:tblPr>
              <a:tblGrid>
                <a:gridCol w="3735463">
                  <a:extLst>
                    <a:ext uri="{9D8B030D-6E8A-4147-A177-3AD203B41FA5}">
                      <a16:colId xmlns:a16="http://schemas.microsoft.com/office/drawing/2014/main" val="4141975687"/>
                    </a:ext>
                  </a:extLst>
                </a:gridCol>
                <a:gridCol w="6464605">
                  <a:extLst>
                    <a:ext uri="{9D8B030D-6E8A-4147-A177-3AD203B41FA5}">
                      <a16:colId xmlns:a16="http://schemas.microsoft.com/office/drawing/2014/main" val="3845418636"/>
                    </a:ext>
                  </a:extLst>
                </a:gridCol>
              </a:tblGrid>
              <a:tr h="590099">
                <a:tc>
                  <a:txBody>
                    <a:bodyPr/>
                    <a:lstStyle/>
                    <a:p>
                      <a:pPr indent="90170" algn="ctr">
                        <a:lnSpc>
                          <a:spcPct val="115000"/>
                        </a:lnSpc>
                        <a:spcAft>
                          <a:spcPts val="0"/>
                        </a:spcAft>
                      </a:pPr>
                      <a:r>
                        <a:rPr lang="en-US" sz="1600">
                          <a:effectLst/>
                        </a:rPr>
                        <a:t>Mehnat sharoitlariga</a:t>
                      </a:r>
                      <a:endParaRPr lang="ru-RU" sz="1600">
                        <a:effectLst/>
                      </a:endParaRPr>
                    </a:p>
                    <a:p>
                      <a:pPr indent="90170" algn="ctr">
                        <a:lnSpc>
                          <a:spcPct val="115000"/>
                        </a:lnSpc>
                        <a:spcAft>
                          <a:spcPts val="0"/>
                        </a:spcAft>
                      </a:pPr>
                      <a:r>
                        <a:rPr lang="en-US" sz="1600">
                          <a:effectLst/>
                        </a:rPr>
                        <a:t>ta’sir qiluvchi omillar</a:t>
                      </a:r>
                      <a:endParaRPr lang="ru-RU"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tc>
                  <a:txBody>
                    <a:bodyPr/>
                    <a:lstStyle/>
                    <a:p>
                      <a:pPr indent="90170" algn="ctr">
                        <a:lnSpc>
                          <a:spcPct val="115000"/>
                        </a:lnSpc>
                        <a:spcAft>
                          <a:spcPts val="0"/>
                        </a:spcAft>
                      </a:pPr>
                      <a:r>
                        <a:rPr lang="en-US" sz="1600">
                          <a:effectLst/>
                        </a:rPr>
                        <a:t>Omillarning mohiyati</a:t>
                      </a:r>
                      <a:endParaRPr lang="ru-RU"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extLst>
                  <a:ext uri="{0D108BD9-81ED-4DB2-BD59-A6C34878D82A}">
                    <a16:rowId xmlns:a16="http://schemas.microsoft.com/office/drawing/2014/main" val="2864654267"/>
                  </a:ext>
                </a:extLst>
              </a:tr>
              <a:tr h="3483980">
                <a:tc>
                  <a:txBody>
                    <a:bodyPr/>
                    <a:lstStyle/>
                    <a:p>
                      <a:pPr indent="90170" algn="ctr">
                        <a:lnSpc>
                          <a:spcPct val="115000"/>
                        </a:lnSpc>
                        <a:spcAft>
                          <a:spcPts val="0"/>
                        </a:spcAft>
                      </a:pPr>
                      <a:r>
                        <a:rPr lang="en-US" sz="1600" dirty="0" err="1">
                          <a:effectLst/>
                        </a:rPr>
                        <a:t>Ijtimoiy-iqtisodiy</a:t>
                      </a:r>
                      <a:endParaRPr lang="ru-RU"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tc>
                  <a:txBody>
                    <a:bodyPr/>
                    <a:lstStyle/>
                    <a:p>
                      <a:pPr indent="90170" algn="just">
                        <a:lnSpc>
                          <a:spcPct val="115000"/>
                        </a:lnSpc>
                        <a:spcAft>
                          <a:spcPts val="0"/>
                        </a:spcAft>
                      </a:pPr>
                      <a:r>
                        <a:rPr lang="en-US" sz="1600">
                          <a:effectLst/>
                        </a:rPr>
                        <a:t>1. Me’Yoriy-huquqiy omillar (mehnat to’g’risidagi qonunlar, qoidalar, me’Yorlar, standartlar va h.k., va ularning amal qilishi bo’yicha davlat va jamiyat tajribalari) 2. Ijtimoiy-ruhiy omillar (ishchining mehnatga munosabatini, jamoadagi psixologik muhitni tavsiflaydigan va h.k.) 3. Ijtimoiy-siyosiy omillar (yaxshi mehnat sharoitlarini yaratish bo’yicha harakatning ijtimoiy shakllari, yaratuvchanlik va kashfiyotchilik) 4. Iqtisodiy omillar (imtiyozlar, kompensatsiyalar, moddiy va ma’naviy rag’batlantirish tizimlari va h.k.)</a:t>
                      </a:r>
                      <a:endParaRPr lang="ru-RU"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extLst>
                  <a:ext uri="{0D108BD9-81ED-4DB2-BD59-A6C34878D82A}">
                    <a16:rowId xmlns:a16="http://schemas.microsoft.com/office/drawing/2014/main" val="1600330935"/>
                  </a:ext>
                </a:extLst>
              </a:tr>
              <a:tr h="1732761">
                <a:tc>
                  <a:txBody>
                    <a:bodyPr/>
                    <a:lstStyle/>
                    <a:p>
                      <a:pPr indent="90170" algn="ctr">
                        <a:lnSpc>
                          <a:spcPct val="115000"/>
                        </a:lnSpc>
                        <a:spcAft>
                          <a:spcPts val="0"/>
                        </a:spcAft>
                      </a:pPr>
                      <a:r>
                        <a:rPr lang="en-US" sz="1600">
                          <a:effectLst/>
                        </a:rPr>
                        <a:t>Tashkiliy-texnikaviy</a:t>
                      </a:r>
                      <a:endParaRPr lang="ru-RU"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tc>
                  <a:txBody>
                    <a:bodyPr/>
                    <a:lstStyle/>
                    <a:p>
                      <a:pPr indent="90170" algn="just">
                        <a:lnSpc>
                          <a:spcPct val="115000"/>
                        </a:lnSpc>
                        <a:spcAft>
                          <a:spcPts val="0"/>
                        </a:spcAft>
                      </a:pPr>
                      <a:r>
                        <a:rPr lang="en-US" sz="1600">
                          <a:effectLst/>
                        </a:rPr>
                        <a:t>1. Mehnat vositalari</a:t>
                      </a:r>
                      <a:endParaRPr lang="ru-RU" sz="1600">
                        <a:effectLst/>
                      </a:endParaRPr>
                    </a:p>
                    <a:p>
                      <a:pPr indent="90170" algn="just">
                        <a:lnSpc>
                          <a:spcPct val="115000"/>
                        </a:lnSpc>
                        <a:spcAft>
                          <a:spcPts val="0"/>
                        </a:spcAft>
                      </a:pPr>
                      <a:r>
                        <a:rPr lang="en-US" sz="1600">
                          <a:effectLst/>
                        </a:rPr>
                        <a:t> 2.Mehnat predmetlari</a:t>
                      </a:r>
                      <a:endParaRPr lang="ru-RU" sz="1600">
                        <a:effectLst/>
                      </a:endParaRPr>
                    </a:p>
                    <a:p>
                      <a:pPr indent="90170" algn="just">
                        <a:lnSpc>
                          <a:spcPct val="115000"/>
                        </a:lnSpc>
                        <a:spcAft>
                          <a:spcPts val="0"/>
                        </a:spcAft>
                      </a:pPr>
                      <a:r>
                        <a:rPr lang="en-US" sz="1600">
                          <a:effectLst/>
                        </a:rPr>
                        <a:t> 3. Texnologik jarayonlar</a:t>
                      </a:r>
                      <a:endParaRPr lang="ru-RU" sz="1600">
                        <a:effectLst/>
                      </a:endParaRPr>
                    </a:p>
                    <a:p>
                      <a:pPr indent="90170" algn="just">
                        <a:lnSpc>
                          <a:spcPct val="115000"/>
                        </a:lnSpc>
                        <a:spcAft>
                          <a:spcPts val="0"/>
                        </a:spcAft>
                      </a:pPr>
                      <a:r>
                        <a:rPr lang="en-US" sz="1600">
                          <a:effectLst/>
                        </a:rPr>
                        <a:t>4. Ishlab chiqarishning tashkiliy shakllari</a:t>
                      </a:r>
                      <a:endParaRPr lang="ru-RU" sz="1600">
                        <a:effectLst/>
                      </a:endParaRPr>
                    </a:p>
                    <a:p>
                      <a:pPr indent="90170" algn="just">
                        <a:lnSpc>
                          <a:spcPct val="115000"/>
                        </a:lnSpc>
                        <a:spcAft>
                          <a:spcPts val="0"/>
                        </a:spcAft>
                      </a:pPr>
                      <a:r>
                        <a:rPr lang="en-US" sz="1600">
                          <a:effectLst/>
                        </a:rPr>
                        <a:t> 5. Mehnat va dam olish tartibi, mehnat intizomi va h.k.</a:t>
                      </a:r>
                      <a:endParaRPr lang="ru-RU"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extLst>
                  <a:ext uri="{0D108BD9-81ED-4DB2-BD59-A6C34878D82A}">
                    <a16:rowId xmlns:a16="http://schemas.microsoft.com/office/drawing/2014/main" val="2350375287"/>
                  </a:ext>
                </a:extLst>
              </a:tr>
              <a:tr h="565281">
                <a:tc>
                  <a:txBody>
                    <a:bodyPr/>
                    <a:lstStyle/>
                    <a:p>
                      <a:pPr indent="90170" algn="ctr">
                        <a:lnSpc>
                          <a:spcPct val="115000"/>
                        </a:lnSpc>
                        <a:spcAft>
                          <a:spcPts val="0"/>
                        </a:spcAft>
                      </a:pPr>
                      <a:r>
                        <a:rPr lang="en-US" sz="1600">
                          <a:effectLst/>
                        </a:rPr>
                        <a:t>Tabiiy</a:t>
                      </a:r>
                      <a:endParaRPr lang="ru-RU" sz="160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tc>
                  <a:txBody>
                    <a:bodyPr/>
                    <a:lstStyle/>
                    <a:p>
                      <a:pPr indent="90170" algn="ctr">
                        <a:lnSpc>
                          <a:spcPct val="115000"/>
                        </a:lnSpc>
                        <a:spcAft>
                          <a:spcPts val="0"/>
                        </a:spcAft>
                      </a:pPr>
                      <a:r>
                        <a:rPr lang="en-US" sz="1600" dirty="0" err="1">
                          <a:effectLst/>
                        </a:rPr>
                        <a:t>Iqlimiy</a:t>
                      </a:r>
                      <a:r>
                        <a:rPr lang="en-US" sz="1600" dirty="0">
                          <a:effectLst/>
                        </a:rPr>
                        <a:t>, </a:t>
                      </a:r>
                      <a:r>
                        <a:rPr lang="en-US" sz="1600" dirty="0" err="1">
                          <a:effectLst/>
                        </a:rPr>
                        <a:t>geologik</a:t>
                      </a:r>
                      <a:r>
                        <a:rPr lang="en-US" sz="1600" dirty="0">
                          <a:effectLst/>
                        </a:rPr>
                        <a:t>, biologic, </a:t>
                      </a:r>
                      <a:r>
                        <a:rPr lang="en-US" sz="1600" dirty="0" err="1">
                          <a:effectLst/>
                        </a:rPr>
                        <a:t>mahalliy</a:t>
                      </a:r>
                      <a:r>
                        <a:rPr lang="en-US" sz="1600" dirty="0">
                          <a:effectLst/>
                        </a:rPr>
                        <a:t> </a:t>
                      </a:r>
                      <a:r>
                        <a:rPr lang="en-US" sz="1600" dirty="0" err="1">
                          <a:effectLst/>
                        </a:rPr>
                        <a:t>xususiyatlar</a:t>
                      </a:r>
                      <a:endParaRPr lang="ru-RU"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2311" marR="52311" marT="0" marB="0"/>
                </a:tc>
                <a:extLst>
                  <a:ext uri="{0D108BD9-81ED-4DB2-BD59-A6C34878D82A}">
                    <a16:rowId xmlns:a16="http://schemas.microsoft.com/office/drawing/2014/main" val="2049434668"/>
                  </a:ext>
                </a:extLst>
              </a:tr>
            </a:tbl>
          </a:graphicData>
        </a:graphic>
      </p:graphicFrame>
    </p:spTree>
    <p:extLst>
      <p:ext uri="{BB962C8B-B14F-4D97-AF65-F5344CB8AC3E}">
        <p14:creationId xmlns:p14="http://schemas.microsoft.com/office/powerpoint/2010/main" val="580898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9387B3-496F-4869-8E7C-A51151623AB2}"/>
              </a:ext>
            </a:extLst>
          </p:cNvPr>
          <p:cNvSpPr txBox="1"/>
          <p:nvPr/>
        </p:nvSpPr>
        <p:spPr>
          <a:xfrm>
            <a:off x="0" y="154546"/>
            <a:ext cx="5422006" cy="3374265"/>
          </a:xfrm>
          <a:prstGeom prst="rect">
            <a:avLst/>
          </a:prstGeom>
          <a:noFill/>
        </p:spPr>
        <p:txBody>
          <a:bodyPr wrap="square" rtlCol="0">
            <a:spAutoFit/>
          </a:bodyPr>
          <a:lstStyle/>
          <a:p>
            <a:endParaRPr lang="ru-RU" dirty="0"/>
          </a:p>
        </p:txBody>
      </p:sp>
      <p:sp>
        <p:nvSpPr>
          <p:cNvPr id="5" name="TextBox 4">
            <a:extLst>
              <a:ext uri="{FF2B5EF4-FFF2-40B4-BE49-F238E27FC236}">
                <a16:creationId xmlns:a16="http://schemas.microsoft.com/office/drawing/2014/main" id="{1AB237DE-2EF5-473E-A672-F39BA7CBC66C}"/>
              </a:ext>
            </a:extLst>
          </p:cNvPr>
          <p:cNvSpPr txBox="1"/>
          <p:nvPr/>
        </p:nvSpPr>
        <p:spPr>
          <a:xfrm>
            <a:off x="0" y="25757"/>
            <a:ext cx="6001555" cy="3785652"/>
          </a:xfrm>
          <a:prstGeom prst="rect">
            <a:avLst/>
          </a:prstGeom>
          <a:noFill/>
        </p:spPr>
        <p:txBody>
          <a:bodyPr wrap="square" rtlCol="0">
            <a:spAutoFit/>
          </a:bodyPr>
          <a:lstStyle/>
          <a:p>
            <a:pPr algn="just"/>
            <a:r>
              <a:rPr lang="en-US" sz="2000" dirty="0"/>
              <a:t>	</a:t>
            </a:r>
            <a:r>
              <a:rPr lang="uz-Cyrl-UZ" sz="2000" dirty="0"/>
              <a:t>Ishlаb chiqаrish vа xizmаt ko’rsаtish kоrxоnаlаridа mеhnаtni tаshkil etishning sаnitаriya-gigiеnа shаrоitlаrini tаrtibgа sоlish vа nоrmа dаrаjаsini аniqlаb bоrish uchun «Kоrxоnаlаrni lоyihаlаshdа sаnitаriya nоrmаlаri», «qurilish nоrmаlаri vа qоidаsi», «Mеhnаtni muhоfаzа qilish vа mеhnаt gigiеnаsi» mаsаlаlаri vа muаmmоlаri bo’yichа hаr xil sаnitаriya nоrmаlаridаn аsоsiy vа mе’Yoriy hujjаt sifаtidа fоydаlаnish kеrаk. </a:t>
            </a:r>
            <a:r>
              <a:rPr lang="en-US" sz="2000" dirty="0" err="1"/>
              <a:t>Ishxоnаlаrdа</a:t>
            </a:r>
            <a:r>
              <a:rPr lang="en-US" sz="2000" dirty="0"/>
              <a:t> </a:t>
            </a:r>
            <a:r>
              <a:rPr lang="en-US" sz="2000" dirty="0" err="1"/>
              <a:t>qulаy</a:t>
            </a:r>
            <a:r>
              <a:rPr lang="en-US" sz="2000" dirty="0"/>
              <a:t> </a:t>
            </a:r>
            <a:r>
              <a:rPr lang="en-US" sz="2000" dirty="0" err="1"/>
              <a:t>mеhnаt</a:t>
            </a:r>
            <a:r>
              <a:rPr lang="en-US" sz="2000" dirty="0"/>
              <a:t> </a:t>
            </a:r>
            <a:r>
              <a:rPr lang="en-US" sz="2000" dirty="0" err="1"/>
              <a:t>shаrоitlаri</a:t>
            </a:r>
            <a:r>
              <a:rPr lang="en-US" sz="2000" dirty="0"/>
              <a:t> </a:t>
            </a:r>
            <a:r>
              <a:rPr lang="en-US" sz="2000" dirty="0" err="1"/>
              <a:t>yarаtishdа</a:t>
            </a:r>
            <a:r>
              <a:rPr lang="en-US" sz="2000" dirty="0"/>
              <a:t> </a:t>
            </a:r>
            <a:r>
              <a:rPr lang="en-US" sz="2000" dirty="0" err="1"/>
              <a:t>ishlаb</a:t>
            </a:r>
            <a:r>
              <a:rPr lang="en-US" sz="2000" dirty="0"/>
              <a:t> </a:t>
            </a:r>
            <a:r>
              <a:rPr lang="en-US" sz="2000" dirty="0" err="1"/>
              <a:t>chiqаrish</a:t>
            </a:r>
            <a:r>
              <a:rPr lang="en-US" sz="2000" dirty="0"/>
              <a:t> </a:t>
            </a:r>
            <a:r>
              <a:rPr lang="en-US" sz="2000" dirty="0" err="1"/>
              <a:t>binоlаrining</a:t>
            </a:r>
            <a:r>
              <a:rPr lang="en-US" sz="2000" dirty="0"/>
              <a:t> </a:t>
            </a:r>
            <a:r>
              <a:rPr lang="en-US" sz="2000" dirty="0" err="1"/>
              <a:t>mikrоiqlimi</a:t>
            </a:r>
            <a:r>
              <a:rPr lang="en-US" sz="2000" dirty="0"/>
              <a:t> </a:t>
            </a:r>
            <a:r>
              <a:rPr lang="en-US" sz="2000" dirty="0" err="1"/>
              <a:t>muhim</a:t>
            </a:r>
            <a:r>
              <a:rPr lang="en-US" sz="2000" dirty="0"/>
              <a:t> </a:t>
            </a:r>
            <a:r>
              <a:rPr lang="en-US" sz="2000" dirty="0" err="1"/>
              <a:t>аhаmiyatgа</a:t>
            </a:r>
            <a:r>
              <a:rPr lang="en-US" sz="2000" dirty="0"/>
              <a:t> </a:t>
            </a:r>
            <a:r>
              <a:rPr lang="en-US" sz="2000" dirty="0" err="1"/>
              <a:t>egа</a:t>
            </a:r>
            <a:r>
              <a:rPr lang="en-US" sz="2000" dirty="0"/>
              <a:t>. </a:t>
            </a:r>
            <a:endParaRPr lang="ru-RU" sz="2000" dirty="0"/>
          </a:p>
        </p:txBody>
      </p:sp>
      <p:pic>
        <p:nvPicPr>
          <p:cNvPr id="7" name="Рисунок 6">
            <a:extLst>
              <a:ext uri="{FF2B5EF4-FFF2-40B4-BE49-F238E27FC236}">
                <a16:creationId xmlns:a16="http://schemas.microsoft.com/office/drawing/2014/main" id="{A3B2651A-779B-4B9A-8EBA-B51AE5AC2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890" y="2427667"/>
            <a:ext cx="5907110" cy="4430333"/>
          </a:xfrm>
          <a:prstGeom prst="rect">
            <a:avLst/>
          </a:prstGeom>
        </p:spPr>
      </p:pic>
    </p:spTree>
    <p:extLst>
      <p:ext uri="{BB962C8B-B14F-4D97-AF65-F5344CB8AC3E}">
        <p14:creationId xmlns:p14="http://schemas.microsoft.com/office/powerpoint/2010/main" val="966383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F1EC65-C887-4CEE-ADA3-1571E680671B}"/>
              </a:ext>
            </a:extLst>
          </p:cNvPr>
          <p:cNvSpPr txBox="1"/>
          <p:nvPr/>
        </p:nvSpPr>
        <p:spPr>
          <a:xfrm>
            <a:off x="0" y="0"/>
            <a:ext cx="6096000" cy="4572000"/>
          </a:xfrm>
          <a:prstGeom prst="rect">
            <a:avLst/>
          </a:prstGeom>
          <a:noFill/>
        </p:spPr>
        <p:txBody>
          <a:bodyPr wrap="square" rtlCol="0">
            <a:spAutoFit/>
          </a:bodyPr>
          <a:lstStyle/>
          <a:p>
            <a:pPr algn="just"/>
            <a:r>
              <a:rPr lang="en-US" sz="2000" dirty="0"/>
              <a:t>	</a:t>
            </a:r>
            <a:r>
              <a:rPr lang="en-US" sz="2000" dirty="0" err="1"/>
              <a:t>Ishxоnаlаrdа</a:t>
            </a:r>
            <a:r>
              <a:rPr lang="en-US" sz="2000" dirty="0"/>
              <a:t> </a:t>
            </a:r>
            <a:r>
              <a:rPr lang="en-US" sz="2000" dirty="0" err="1"/>
              <a:t>nоrmаl</a:t>
            </a:r>
            <a:r>
              <a:rPr lang="en-US" sz="2000" dirty="0"/>
              <a:t> </a:t>
            </a:r>
            <a:r>
              <a:rPr lang="en-US" sz="2000" dirty="0" err="1"/>
              <a:t>mikrоiqlimni</a:t>
            </a:r>
            <a:r>
              <a:rPr lang="en-US" sz="2000" dirty="0"/>
              <a:t> </a:t>
            </a:r>
            <a:r>
              <a:rPr lang="en-US" sz="2000" dirty="0" err="1"/>
              <a:t>tа’minlаsh</a:t>
            </a:r>
            <a:r>
              <a:rPr lang="en-US" sz="2000" dirty="0"/>
              <a:t> </a:t>
            </a:r>
            <a:r>
              <a:rPr lang="en-US" sz="2000" dirty="0" err="1"/>
              <a:t>mаqsаdidа</a:t>
            </a:r>
            <a:r>
              <a:rPr lang="en-US" sz="2000" dirty="0"/>
              <a:t> </a:t>
            </a:r>
            <a:r>
              <a:rPr lang="en-US" sz="2000" dirty="0" err="1"/>
              <a:t>yil</a:t>
            </a:r>
            <a:r>
              <a:rPr lang="en-US" sz="2000" dirty="0"/>
              <a:t> </a:t>
            </a:r>
            <a:r>
              <a:rPr lang="en-US" sz="2000" dirty="0" err="1"/>
              <a:t>mаvsumlаri</a:t>
            </a:r>
            <a:r>
              <a:rPr lang="en-US" sz="2000" dirty="0"/>
              <a:t>, </a:t>
            </a:r>
            <a:r>
              <a:rPr lang="en-US" sz="2000" dirty="0" err="1"/>
              <a:t>iqlim</a:t>
            </a:r>
            <a:r>
              <a:rPr lang="en-US" sz="2000" dirty="0"/>
              <a:t> </a:t>
            </a:r>
            <a:r>
              <a:rPr lang="en-US" sz="2000" dirty="0" err="1"/>
              <a:t>zоnаsi</a:t>
            </a:r>
            <a:r>
              <a:rPr lang="en-US" sz="2000" dirty="0"/>
              <a:t>, </a:t>
            </a:r>
            <a:r>
              <a:rPr lang="en-US" sz="2000" dirty="0" err="1"/>
              <a:t>nur</a:t>
            </a:r>
            <a:r>
              <a:rPr lang="en-US" sz="2000" dirty="0"/>
              <a:t> </a:t>
            </a:r>
            <a:r>
              <a:rPr lang="en-US" sz="2000" dirty="0" err="1"/>
              <a:t>vаоqim</a:t>
            </a:r>
            <a:r>
              <a:rPr lang="en-US" sz="2000" dirty="0"/>
              <a:t> </a:t>
            </a:r>
            <a:r>
              <a:rPr lang="en-US" sz="2000" dirty="0" err="1"/>
              <a:t>issiqligi</a:t>
            </a:r>
            <a:r>
              <a:rPr lang="en-US" sz="2000" dirty="0"/>
              <a:t> </a:t>
            </a:r>
            <a:r>
              <a:rPr lang="en-US" sz="2000" dirty="0" err="1"/>
              <a:t>tа’sirini</a:t>
            </a:r>
            <a:r>
              <a:rPr lang="en-US" sz="2000" dirty="0"/>
              <a:t>, </a:t>
            </a:r>
            <a:r>
              <a:rPr lang="en-US" sz="2000" dirty="0" err="1"/>
              <a:t>nurlаnish</a:t>
            </a:r>
            <a:r>
              <a:rPr lang="en-US" sz="2000" dirty="0"/>
              <a:t> </a:t>
            </a:r>
            <a:r>
              <a:rPr lang="en-US" sz="2000" dirty="0" err="1"/>
              <a:t>tеzligi</a:t>
            </a:r>
            <a:r>
              <a:rPr lang="en-US" sz="2000" dirty="0"/>
              <a:t> </a:t>
            </a:r>
            <a:r>
              <a:rPr lang="en-US" sz="2000" dirty="0" err="1"/>
              <a:t>vа</a:t>
            </a:r>
            <a:r>
              <a:rPr lang="en-US" sz="2000" dirty="0"/>
              <a:t> </a:t>
            </a:r>
            <a:r>
              <a:rPr lang="en-US" sz="2000" dirty="0" err="1"/>
              <a:t>ishning</a:t>
            </a:r>
            <a:r>
              <a:rPr lang="en-US" sz="2000" dirty="0"/>
              <a:t> </a:t>
            </a:r>
            <a:r>
              <a:rPr lang="en-US" sz="2000" dirty="0" err="1"/>
              <a:t>оg’irlik</a:t>
            </a:r>
            <a:r>
              <a:rPr lang="en-US" sz="2000" dirty="0"/>
              <a:t> </a:t>
            </a:r>
            <a:r>
              <a:rPr lang="en-US" sz="2000" dirty="0" err="1"/>
              <a:t>dаrаjаsini</a:t>
            </a:r>
            <a:r>
              <a:rPr lang="en-US" sz="2000" dirty="0"/>
              <a:t> </a:t>
            </a:r>
            <a:r>
              <a:rPr lang="en-US" sz="2000" dirty="0" err="1"/>
              <a:t>hisоbgаоluvchi</a:t>
            </a:r>
            <a:r>
              <a:rPr lang="en-US" sz="2000" dirty="0"/>
              <a:t> </a:t>
            </a:r>
            <a:r>
              <a:rPr lang="en-US" sz="2000" dirty="0" err="1"/>
              <a:t>nоrmаlаr</a:t>
            </a:r>
            <a:r>
              <a:rPr lang="en-US" sz="2000" dirty="0"/>
              <a:t> </a:t>
            </a:r>
            <a:r>
              <a:rPr lang="en-US" sz="2000" dirty="0" err="1"/>
              <a:t>mаvjud</a:t>
            </a:r>
            <a:r>
              <a:rPr lang="en-US" sz="2000" dirty="0"/>
              <a:t>. </a:t>
            </a:r>
            <a:r>
              <a:rPr lang="en-US" sz="2000" dirty="0" err="1"/>
              <a:t>Mаsаlаn</a:t>
            </a:r>
            <a:r>
              <a:rPr lang="en-US" sz="2000" dirty="0"/>
              <a:t>, </a:t>
            </a:r>
            <a:r>
              <a:rPr lang="en-US" sz="2000" dirty="0" err="1"/>
              <a:t>yilning</a:t>
            </a:r>
            <a:r>
              <a:rPr lang="en-US" sz="2000" dirty="0"/>
              <a:t> </a:t>
            </a:r>
            <a:r>
              <a:rPr lang="en-US" sz="2000" dirty="0" err="1"/>
              <a:t>issiq</a:t>
            </a:r>
            <a:r>
              <a:rPr lang="en-US" sz="2000" dirty="0"/>
              <a:t> </a:t>
            </a:r>
            <a:r>
              <a:rPr lang="en-US" sz="2000" dirty="0" err="1"/>
              <a:t>dаvridа</a:t>
            </a:r>
            <a:r>
              <a:rPr lang="en-US" sz="2000" dirty="0"/>
              <a:t> </a:t>
            </a:r>
            <a:r>
              <a:rPr lang="en-US" sz="2000" dirty="0" err="1"/>
              <a:t>ishlаb</a:t>
            </a:r>
            <a:r>
              <a:rPr lang="en-US" sz="2000" dirty="0"/>
              <a:t> </a:t>
            </a:r>
            <a:r>
              <a:rPr lang="en-US" sz="2000" dirty="0" err="1"/>
              <a:t>chiqаrish</a:t>
            </a:r>
            <a:r>
              <a:rPr lang="en-US" sz="2000" dirty="0"/>
              <a:t> </a:t>
            </a:r>
            <a:r>
              <a:rPr lang="en-US" sz="2000" dirty="0" err="1"/>
              <a:t>binоsi</a:t>
            </a:r>
            <a:r>
              <a:rPr lang="en-US" sz="2000" dirty="0"/>
              <a:t> </a:t>
            </a:r>
            <a:r>
              <a:rPr lang="en-US" sz="2000" dirty="0" err="1"/>
              <a:t>vа</a:t>
            </a:r>
            <a:r>
              <a:rPr lang="en-US" sz="2000" dirty="0"/>
              <a:t> </a:t>
            </a:r>
            <a:r>
              <a:rPr lang="en-US" sz="2000" dirty="0" err="1"/>
              <a:t>tаshqi</a:t>
            </a:r>
            <a:r>
              <a:rPr lang="en-US" sz="2000" dirty="0"/>
              <a:t> </a:t>
            </a:r>
            <a:r>
              <a:rPr lang="en-US" sz="2000" dirty="0" err="1"/>
              <a:t>hаvо</a:t>
            </a:r>
            <a:r>
              <a:rPr lang="en-US" sz="2000" dirty="0"/>
              <a:t> </a:t>
            </a:r>
            <a:r>
              <a:rPr lang="en-US" sz="2000" dirty="0" err="1"/>
              <a:t>hаrоrаti</a:t>
            </a:r>
            <a:r>
              <a:rPr lang="en-US" sz="2000" dirty="0"/>
              <a:t> </a:t>
            </a:r>
            <a:r>
              <a:rPr lang="en-US" sz="2000" dirty="0" err="1"/>
              <a:t>o’rtаsidаgi</a:t>
            </a:r>
            <a:r>
              <a:rPr lang="en-US" sz="2000" dirty="0"/>
              <a:t> </a:t>
            </a:r>
            <a:r>
              <a:rPr lang="en-US" sz="2000" dirty="0" err="1"/>
              <a:t>fаrq</a:t>
            </a:r>
            <a:r>
              <a:rPr lang="en-US" sz="2000" dirty="0"/>
              <a:t> 3-5 S </a:t>
            </a:r>
            <a:r>
              <a:rPr lang="en-US" sz="2000" dirty="0" err="1"/>
              <a:t>dаn</a:t>
            </a:r>
            <a:r>
              <a:rPr lang="en-US" sz="2000" dirty="0"/>
              <a:t> </a:t>
            </a:r>
            <a:r>
              <a:rPr lang="en-US" sz="2000" dirty="0" err="1"/>
              <a:t>оshmаsligi</a:t>
            </a:r>
            <a:r>
              <a:rPr lang="en-US" sz="2000" dirty="0"/>
              <a:t> </a:t>
            </a:r>
            <a:r>
              <a:rPr lang="en-US" sz="2000" dirty="0" err="1"/>
              <a:t>kеrаk</a:t>
            </a:r>
            <a:r>
              <a:rPr lang="en-US" sz="2000" dirty="0"/>
              <a:t>. </a:t>
            </a:r>
            <a:r>
              <a:rPr lang="en-US" sz="2000" dirty="0" err="1"/>
              <a:t>Аyrim</a:t>
            </a:r>
            <a:r>
              <a:rPr lang="en-US" sz="2000" dirty="0"/>
              <a:t> </a:t>
            </a:r>
            <a:r>
              <a:rPr lang="en-US" sz="2000" dirty="0" err="1"/>
              <a:t>hоllаrdа</a:t>
            </a:r>
            <a:r>
              <a:rPr lang="en-US" sz="2000" dirty="0"/>
              <a:t> </a:t>
            </a:r>
            <a:r>
              <a:rPr lang="en-US" sz="2000" dirty="0" err="1"/>
              <a:t>tаshqi</a:t>
            </a:r>
            <a:r>
              <a:rPr lang="en-US" sz="2000" dirty="0"/>
              <a:t> </a:t>
            </a:r>
            <a:r>
              <a:rPr lang="en-US" sz="2000" dirty="0" err="1"/>
              <a:t>hаvо</a:t>
            </a:r>
            <a:r>
              <a:rPr lang="en-US" sz="2000" dirty="0"/>
              <a:t> </a:t>
            </a:r>
            <a:r>
              <a:rPr lang="en-US" sz="2000" dirty="0" err="1"/>
              <a:t>hаrоrаti</a:t>
            </a:r>
            <a:r>
              <a:rPr lang="en-US" sz="2000" dirty="0"/>
              <a:t> </a:t>
            </a:r>
            <a:r>
              <a:rPr lang="en-US" sz="2000" dirty="0" err="1"/>
              <a:t>bilan</a:t>
            </a:r>
            <a:r>
              <a:rPr lang="en-US" sz="2000" dirty="0"/>
              <a:t> </a:t>
            </a:r>
            <a:r>
              <a:rPr lang="en-US" sz="2000" dirty="0" err="1"/>
              <a:t>ishlаb</a:t>
            </a:r>
            <a:r>
              <a:rPr lang="en-US" sz="2000" dirty="0"/>
              <a:t> </a:t>
            </a:r>
            <a:r>
              <a:rPr lang="en-US" sz="2000" dirty="0" err="1"/>
              <a:t>chiqаrish</a:t>
            </a:r>
            <a:r>
              <a:rPr lang="en-US" sz="2000" dirty="0"/>
              <a:t> </a:t>
            </a:r>
            <a:r>
              <a:rPr lang="en-US" sz="2000" dirty="0" err="1"/>
              <a:t>binоsi</a:t>
            </a:r>
            <a:r>
              <a:rPr lang="en-US" sz="2000" dirty="0"/>
              <a:t> </a:t>
            </a:r>
            <a:r>
              <a:rPr lang="en-US" sz="2000" dirty="0" err="1"/>
              <a:t>hаrоrаti</a:t>
            </a:r>
            <a:r>
              <a:rPr lang="en-US" sz="2000" dirty="0"/>
              <a:t> </a:t>
            </a:r>
            <a:r>
              <a:rPr lang="en-US" sz="2000" dirty="0" err="1"/>
              <a:t>o’rtаsidаgi</a:t>
            </a:r>
            <a:r>
              <a:rPr lang="en-US" sz="2000" dirty="0"/>
              <a:t> </a:t>
            </a:r>
            <a:r>
              <a:rPr lang="en-US" sz="2000" dirty="0" err="1"/>
              <a:t>fаrq</a:t>
            </a:r>
            <a:r>
              <a:rPr lang="en-US" sz="2000" dirty="0"/>
              <a:t> 10 </a:t>
            </a:r>
            <a:r>
              <a:rPr lang="en-US" sz="2000" dirty="0" err="1"/>
              <a:t>dаrаjаgаchа</a:t>
            </a:r>
            <a:r>
              <a:rPr lang="en-US" sz="2000" dirty="0"/>
              <a:t> </a:t>
            </a:r>
            <a:r>
              <a:rPr lang="en-US" sz="2000" dirty="0" err="1"/>
              <a:t>bоrishi</a:t>
            </a:r>
            <a:r>
              <a:rPr lang="en-US" sz="2000" dirty="0"/>
              <a:t> </a:t>
            </a:r>
            <a:r>
              <a:rPr lang="en-US" sz="2000" dirty="0" err="1"/>
              <a:t>nоrmа</a:t>
            </a:r>
            <a:r>
              <a:rPr lang="en-US" sz="2000" dirty="0"/>
              <a:t> </a:t>
            </a:r>
            <a:r>
              <a:rPr lang="en-US" sz="2000" dirty="0" err="1"/>
              <a:t>chеgаrаsidа</a:t>
            </a:r>
            <a:r>
              <a:rPr lang="en-US" sz="2000" dirty="0"/>
              <a:t> </a:t>
            </a:r>
            <a:r>
              <a:rPr lang="en-US" sz="2000" dirty="0" err="1"/>
              <a:t>hisоblаnаdi</a:t>
            </a:r>
            <a:r>
              <a:rPr lang="en-US" sz="2000" dirty="0"/>
              <a:t>.  </a:t>
            </a:r>
            <a:r>
              <a:rPr lang="en-US" sz="2000" dirty="0" err="1"/>
              <a:t>shu</a:t>
            </a:r>
            <a:r>
              <a:rPr lang="en-US" sz="2000" dirty="0"/>
              <a:t> </a:t>
            </a:r>
            <a:r>
              <a:rPr lang="en-US" sz="2000" dirty="0" err="1"/>
              <a:t>bilan</a:t>
            </a:r>
            <a:r>
              <a:rPr lang="en-US" sz="2000" dirty="0"/>
              <a:t> </a:t>
            </a:r>
            <a:r>
              <a:rPr lang="en-US" sz="2000" dirty="0" err="1"/>
              <a:t>birgа</a:t>
            </a:r>
            <a:r>
              <a:rPr lang="en-US" sz="2000" dirty="0"/>
              <a:t>, </a:t>
            </a:r>
            <a:r>
              <a:rPr lang="en-US" sz="2000" dirty="0" err="1"/>
              <a:t>isitish</a:t>
            </a:r>
            <a:r>
              <a:rPr lang="en-US" sz="2000" dirty="0"/>
              <a:t> </a:t>
            </a:r>
            <a:r>
              <a:rPr lang="en-US" sz="2000" dirty="0" err="1"/>
              <a:t>yoki</a:t>
            </a:r>
            <a:r>
              <a:rPr lang="en-US" sz="2000" dirty="0"/>
              <a:t> </a:t>
            </a:r>
            <a:r>
              <a:rPr lang="en-US" sz="2000" dirty="0" err="1"/>
              <a:t>sоvitish</a:t>
            </a:r>
            <a:r>
              <a:rPr lang="en-US" sz="2000" dirty="0"/>
              <a:t> </a:t>
            </a:r>
            <a:r>
              <a:rPr lang="en-US" sz="2000" dirty="0" err="1"/>
              <a:t>qurilmаlаri</a:t>
            </a:r>
            <a:r>
              <a:rPr lang="en-US" sz="2000" dirty="0"/>
              <a:t> </a:t>
            </a:r>
            <a:r>
              <a:rPr lang="en-US" sz="2000" dirty="0" err="1"/>
              <a:t>binоdа</a:t>
            </a:r>
            <a:r>
              <a:rPr lang="en-US" sz="2000" dirty="0"/>
              <a:t> </a:t>
            </a:r>
            <a:r>
              <a:rPr lang="en-US" sz="2000" dirty="0" err="1"/>
              <a:t>hаvо</a:t>
            </a:r>
            <a:r>
              <a:rPr lang="en-US" sz="2000" dirty="0"/>
              <a:t> </a:t>
            </a:r>
            <a:r>
              <a:rPr lang="en-US" sz="2000" dirty="0" err="1"/>
              <a:t>hаrоrаtini</a:t>
            </a:r>
            <a:r>
              <a:rPr lang="en-US" sz="2000" dirty="0"/>
              <a:t> </a:t>
            </a:r>
            <a:r>
              <a:rPr lang="en-US" sz="2000" dirty="0" err="1"/>
              <a:t>bir</a:t>
            </a:r>
            <a:r>
              <a:rPr lang="en-US" sz="2000" dirty="0"/>
              <a:t> </a:t>
            </a:r>
            <a:r>
              <a:rPr lang="en-US" sz="2000" dirty="0" err="1"/>
              <a:t>mе’Yordа</a:t>
            </a:r>
            <a:r>
              <a:rPr lang="en-US" sz="2000" dirty="0"/>
              <a:t> </a:t>
            </a:r>
            <a:r>
              <a:rPr lang="en-US" sz="2000" dirty="0" err="1"/>
              <a:t>ushlаb</a:t>
            </a:r>
            <a:r>
              <a:rPr lang="en-US" sz="2000" dirty="0"/>
              <a:t> </a:t>
            </a:r>
            <a:r>
              <a:rPr lang="en-US" sz="2000" dirty="0" err="1"/>
              <a:t>turishi</a:t>
            </a:r>
            <a:r>
              <a:rPr lang="en-US" sz="2000" dirty="0"/>
              <a:t>, </a:t>
            </a:r>
            <a:r>
              <a:rPr lang="en-US" sz="2000" dirty="0" err="1"/>
              <a:t>uni</a:t>
            </a:r>
            <a:r>
              <a:rPr lang="en-US" sz="2000" dirty="0"/>
              <a:t> </a:t>
            </a:r>
            <a:r>
              <a:rPr lang="en-US" sz="2000" dirty="0" err="1"/>
              <a:t>nisbiy</a:t>
            </a:r>
            <a:r>
              <a:rPr lang="en-US" sz="2000" dirty="0"/>
              <a:t> </a:t>
            </a:r>
            <a:r>
              <a:rPr lang="en-US" sz="2000" dirty="0" err="1"/>
              <a:t>nаmlikdаn</a:t>
            </a:r>
            <a:r>
              <a:rPr lang="en-US" sz="2000" dirty="0"/>
              <a:t> 30%dаn </a:t>
            </a:r>
            <a:r>
              <a:rPr lang="en-US" sz="2000" dirty="0" err="1"/>
              <a:t>pаstgа</a:t>
            </a:r>
            <a:r>
              <a:rPr lang="en-US" sz="2000" dirty="0"/>
              <a:t> </a:t>
            </a:r>
            <a:r>
              <a:rPr lang="en-US" sz="2000" dirty="0" err="1"/>
              <a:t>tushirmаsligi</a:t>
            </a:r>
            <a:r>
              <a:rPr lang="en-US" sz="2000" dirty="0"/>
              <a:t> </a:t>
            </a:r>
            <a:r>
              <a:rPr lang="en-US" sz="2000" dirty="0" err="1"/>
              <a:t>vа</a:t>
            </a:r>
            <a:r>
              <a:rPr lang="en-US" sz="2000" dirty="0"/>
              <a:t> 60</a:t>
            </a:r>
            <a:r>
              <a:rPr lang="uz-Cyrl-UZ" sz="2000" dirty="0"/>
              <a:t>-</a:t>
            </a:r>
            <a:r>
              <a:rPr lang="en-US" sz="2000" dirty="0"/>
              <a:t>80%dаn  </a:t>
            </a:r>
            <a:r>
              <a:rPr lang="en-US" sz="2000" dirty="0" err="1"/>
              <a:t>yuqori</a:t>
            </a:r>
            <a:r>
              <a:rPr lang="en-US" sz="2000" dirty="0"/>
              <a:t> </a:t>
            </a:r>
            <a:r>
              <a:rPr lang="en-US" sz="2000" dirty="0" err="1"/>
              <a:t>ko’tаrmаsligi</a:t>
            </a:r>
            <a:r>
              <a:rPr lang="en-US" sz="2000" dirty="0"/>
              <a:t> </a:t>
            </a:r>
            <a:r>
              <a:rPr lang="en-US" sz="2000" dirty="0" err="1"/>
              <a:t>kеrаk</a:t>
            </a:r>
            <a:r>
              <a:rPr lang="en-US" sz="2000" dirty="0"/>
              <a:t>. </a:t>
            </a:r>
            <a:endParaRPr lang="ru-RU" sz="2000" dirty="0"/>
          </a:p>
        </p:txBody>
      </p:sp>
      <p:pic>
        <p:nvPicPr>
          <p:cNvPr id="5" name="Рисунок 4">
            <a:extLst>
              <a:ext uri="{FF2B5EF4-FFF2-40B4-BE49-F238E27FC236}">
                <a16:creationId xmlns:a16="http://schemas.microsoft.com/office/drawing/2014/main" id="{2AACFF72-3546-47AF-9574-3A0B1A8AF60E}"/>
              </a:ext>
            </a:extLst>
          </p:cNvPr>
          <p:cNvPicPr>
            <a:picLocks noChangeAspect="1"/>
          </p:cNvPicPr>
          <p:nvPr/>
        </p:nvPicPr>
        <p:blipFill rotWithShape="1">
          <a:blip r:embed="rId2"/>
          <a:srcRect l="11409" t="31727" r="37675" b="8149"/>
          <a:stretch/>
        </p:blipFill>
        <p:spPr>
          <a:xfrm>
            <a:off x="5984383" y="2736761"/>
            <a:ext cx="6207617" cy="4121239"/>
          </a:xfrm>
          <a:prstGeom prst="rect">
            <a:avLst/>
          </a:prstGeom>
        </p:spPr>
      </p:pic>
    </p:spTree>
    <p:extLst>
      <p:ext uri="{BB962C8B-B14F-4D97-AF65-F5344CB8AC3E}">
        <p14:creationId xmlns:p14="http://schemas.microsoft.com/office/powerpoint/2010/main" val="2832494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AEC8A5-B09F-4A05-BF06-F56AF213B15C}"/>
              </a:ext>
            </a:extLst>
          </p:cNvPr>
          <p:cNvSpPr txBox="1"/>
          <p:nvPr/>
        </p:nvSpPr>
        <p:spPr>
          <a:xfrm>
            <a:off x="0" y="0"/>
            <a:ext cx="6362163" cy="4708981"/>
          </a:xfrm>
          <a:prstGeom prst="rect">
            <a:avLst/>
          </a:prstGeom>
          <a:noFill/>
        </p:spPr>
        <p:txBody>
          <a:bodyPr wrap="square" rtlCol="0">
            <a:spAutoFit/>
          </a:bodyPr>
          <a:lstStyle/>
          <a:p>
            <a:pPr algn="just"/>
            <a:r>
              <a:rPr lang="en-US" sz="2000" dirty="0"/>
              <a:t>	</a:t>
            </a:r>
            <a:r>
              <a:rPr lang="en-US" sz="2000" dirty="0" err="1"/>
              <a:t>Fаn-tеxnikа</a:t>
            </a:r>
            <a:r>
              <a:rPr lang="en-US" sz="2000" dirty="0"/>
              <a:t> </a:t>
            </a:r>
            <a:r>
              <a:rPr lang="en-US" sz="2000" dirty="0" err="1"/>
              <a:t>tаrаqqiyoti</a:t>
            </a:r>
            <a:r>
              <a:rPr lang="en-US" sz="2000" dirty="0"/>
              <a:t> </a:t>
            </a:r>
            <a:r>
              <a:rPr lang="en-US" sz="2000" dirty="0" err="1"/>
              <a:t>tеz</a:t>
            </a:r>
            <a:r>
              <a:rPr lang="en-US" sz="2000" dirty="0"/>
              <a:t> </a:t>
            </a:r>
            <a:r>
              <a:rPr lang="en-US" sz="2000" dirty="0" err="1"/>
              <a:t>sur’аtlаr</a:t>
            </a:r>
            <a:r>
              <a:rPr lang="en-US" sz="2000" dirty="0"/>
              <a:t> </a:t>
            </a:r>
            <a:r>
              <a:rPr lang="en-US" sz="2000" dirty="0" err="1"/>
              <a:t>bilan</a:t>
            </a:r>
            <a:r>
              <a:rPr lang="en-US" sz="2000" dirty="0"/>
              <a:t> </a:t>
            </a:r>
            <a:r>
              <a:rPr lang="en-US" sz="2000" dirty="0" err="1"/>
              <a:t>o’sib</a:t>
            </a:r>
            <a:r>
              <a:rPr lang="en-US" sz="2000" dirty="0"/>
              <a:t> </a:t>
            </a:r>
            <a:r>
              <a:rPr lang="en-US" sz="2000" dirty="0" err="1"/>
              <a:t>vа</a:t>
            </a:r>
            <a:r>
              <a:rPr lang="en-US" sz="2000" dirty="0"/>
              <a:t> </a:t>
            </a:r>
            <a:r>
              <a:rPr lang="en-US" sz="2000" dirty="0" err="1"/>
              <a:t>rivоjlаnib</a:t>
            </a:r>
            <a:r>
              <a:rPr lang="en-US" sz="2000" dirty="0"/>
              <a:t> </a:t>
            </a:r>
            <a:r>
              <a:rPr lang="en-US" sz="2000" dirty="0" err="1"/>
              <a:t>bоrishi</a:t>
            </a:r>
            <a:r>
              <a:rPr lang="en-US" sz="2000" dirty="0"/>
              <a:t> </a:t>
            </a:r>
            <a:r>
              <a:rPr lang="en-US" sz="2000" dirty="0" err="1"/>
              <a:t>nаtijаsidа</a:t>
            </a:r>
            <a:r>
              <a:rPr lang="en-US" sz="2000" dirty="0"/>
              <a:t> </a:t>
            </a:r>
            <a:r>
              <a:rPr lang="en-US" sz="2000" dirty="0" err="1"/>
              <a:t>ishlаb</a:t>
            </a:r>
            <a:r>
              <a:rPr lang="en-US" sz="2000" dirty="0"/>
              <a:t> </a:t>
            </a:r>
            <a:r>
              <a:rPr lang="en-US" sz="2000" dirty="0" err="1"/>
              <a:t>chiqаrish</a:t>
            </a:r>
            <a:r>
              <a:rPr lang="en-US" sz="2000" dirty="0"/>
              <a:t> (</a:t>
            </a:r>
            <a:r>
              <a:rPr lang="en-US" sz="2000" dirty="0" err="1"/>
              <a:t>xizmаt</a:t>
            </a:r>
            <a:r>
              <a:rPr lang="en-US" sz="2000" dirty="0"/>
              <a:t> </a:t>
            </a:r>
            <a:r>
              <a:rPr lang="en-US" sz="2000" dirty="0" err="1"/>
              <a:t>ko’rsаtish</a:t>
            </a:r>
            <a:r>
              <a:rPr lang="en-US" sz="2000" dirty="0"/>
              <a:t>) </a:t>
            </a:r>
            <a:r>
              <a:rPr lang="en-US" sz="2000" dirty="0" err="1"/>
              <a:t>jаrаyonidааvtоmаtlаshtirilgаn</a:t>
            </a:r>
            <a:r>
              <a:rPr lang="en-US" sz="2000" dirty="0"/>
              <a:t> </a:t>
            </a:r>
            <a:r>
              <a:rPr lang="en-US" sz="2000" dirty="0" err="1"/>
              <a:t>vа</a:t>
            </a:r>
            <a:r>
              <a:rPr lang="en-US" sz="2000" dirty="0"/>
              <a:t> </a:t>
            </a:r>
            <a:r>
              <a:rPr lang="en-US" sz="2000" dirty="0" err="1"/>
              <a:t>mеxаnizаtsiyalаshtirilgаn</a:t>
            </a:r>
            <a:r>
              <a:rPr lang="en-US" sz="2000" dirty="0"/>
              <a:t> </a:t>
            </a:r>
            <a:r>
              <a:rPr lang="en-US" sz="2000" dirty="0" err="1"/>
              <a:t>sоhа</a:t>
            </a:r>
            <a:r>
              <a:rPr lang="en-US" sz="2000" dirty="0"/>
              <a:t> </a:t>
            </a:r>
            <a:r>
              <a:rPr lang="en-US" sz="2000" dirty="0" err="1"/>
              <a:t>vа</a:t>
            </a:r>
            <a:r>
              <a:rPr lang="en-US" sz="2000" dirty="0"/>
              <a:t> </a:t>
            </a:r>
            <a:r>
              <a:rPr lang="en-US" sz="2000" dirty="0" err="1"/>
              <a:t>tаrmоqlаr</a:t>
            </a:r>
            <a:r>
              <a:rPr lang="en-US" sz="2000" dirty="0"/>
              <a:t> </a:t>
            </a:r>
            <a:r>
              <a:rPr lang="en-US" sz="2000" dirty="0" err="1"/>
              <a:t>ko’pаyib</a:t>
            </a:r>
            <a:r>
              <a:rPr lang="en-US" sz="2000" dirty="0"/>
              <a:t> </a:t>
            </a:r>
            <a:r>
              <a:rPr lang="en-US" sz="2000" dirty="0" err="1"/>
              <a:t>bоrmоqdа</a:t>
            </a:r>
            <a:r>
              <a:rPr lang="en-US" sz="2000" dirty="0"/>
              <a:t>.  </a:t>
            </a:r>
            <a:r>
              <a:rPr lang="en-US" sz="2000" dirty="0" err="1"/>
              <a:t>shu</a:t>
            </a:r>
            <a:r>
              <a:rPr lang="en-US" sz="2000" dirty="0"/>
              <a:t> </a:t>
            </a:r>
            <a:r>
              <a:rPr lang="en-US" sz="2000" dirty="0" err="1"/>
              <a:t>bilan</a:t>
            </a:r>
            <a:r>
              <a:rPr lang="en-US" sz="2000" dirty="0"/>
              <a:t> </a:t>
            </a:r>
            <a:r>
              <a:rPr lang="en-US" sz="2000" dirty="0" err="1"/>
              <a:t>bir</a:t>
            </a:r>
            <a:r>
              <a:rPr lang="en-US" sz="2000" dirty="0"/>
              <a:t> </a:t>
            </a:r>
            <a:r>
              <a:rPr lang="en-US" sz="2000" dirty="0" err="1"/>
              <a:t>qаtоrdа</a:t>
            </a:r>
            <a:r>
              <a:rPr lang="en-US" sz="2000" dirty="0"/>
              <a:t> </a:t>
            </a:r>
            <a:r>
              <a:rPr lang="en-US" sz="2000" dirty="0" err="1"/>
              <a:t>bu</a:t>
            </a:r>
            <a:r>
              <a:rPr lang="en-US" sz="2000" dirty="0"/>
              <a:t> </a:t>
            </a:r>
            <a:r>
              <a:rPr lang="en-US" sz="2000" dirty="0" err="1"/>
              <a:t>jаrаyon</a:t>
            </a:r>
            <a:r>
              <a:rPr lang="en-US" sz="2000" dirty="0"/>
              <a:t> </a:t>
            </a:r>
            <a:r>
              <a:rPr lang="en-US" sz="2000" dirty="0" err="1"/>
              <a:t>xоdimdаn</a:t>
            </a:r>
            <a:r>
              <a:rPr lang="en-US" sz="2000" dirty="0"/>
              <a:t>  </a:t>
            </a:r>
            <a:r>
              <a:rPr lang="en-US" sz="2000" dirty="0" err="1"/>
              <a:t>yuqori</a:t>
            </a:r>
            <a:r>
              <a:rPr lang="en-US" sz="2000" dirty="0"/>
              <a:t> </a:t>
            </a:r>
            <a:r>
              <a:rPr lang="en-US" sz="2000" dirty="0" err="1"/>
              <a:t>bilim</a:t>
            </a:r>
            <a:r>
              <a:rPr lang="en-US" sz="2000" dirty="0"/>
              <a:t>, </a:t>
            </a:r>
            <a:r>
              <a:rPr lang="en-US" sz="2000" dirty="0" err="1"/>
              <a:t>tаjribа</a:t>
            </a:r>
            <a:r>
              <a:rPr lang="en-US" sz="2000" dirty="0"/>
              <a:t> </a:t>
            </a:r>
            <a:r>
              <a:rPr lang="en-US" sz="2000" dirty="0" err="1"/>
              <a:t>vа</a:t>
            </a:r>
            <a:r>
              <a:rPr lang="en-US" sz="2000" dirty="0"/>
              <a:t> </a:t>
            </a:r>
            <a:r>
              <a:rPr lang="en-US" sz="2000" dirty="0" err="1"/>
              <a:t>mаhоrаt</a:t>
            </a:r>
            <a:r>
              <a:rPr lang="en-US" sz="2000" dirty="0"/>
              <a:t> </a:t>
            </a:r>
            <a:r>
              <a:rPr lang="en-US" sz="2000" dirty="0" err="1"/>
              <a:t>tаlаb</a:t>
            </a:r>
            <a:r>
              <a:rPr lang="en-US" sz="2000" dirty="0"/>
              <a:t> </a:t>
            </a:r>
            <a:r>
              <a:rPr lang="en-US" sz="2000" dirty="0" err="1"/>
              <a:t>qilаdigаn</a:t>
            </a:r>
            <a:r>
              <a:rPr lang="en-US" sz="2000" dirty="0"/>
              <a:t> </a:t>
            </a:r>
            <a:r>
              <a:rPr lang="en-US" sz="2000" dirty="0" err="1"/>
              <a:t>murаkkаb</a:t>
            </a:r>
            <a:r>
              <a:rPr lang="en-US" sz="2000" dirty="0"/>
              <a:t> </a:t>
            </a:r>
            <a:r>
              <a:rPr lang="en-US" sz="2000" dirty="0" err="1"/>
              <a:t>hаrаkаtlаrni</a:t>
            </a:r>
            <a:r>
              <a:rPr lang="en-US" sz="2000" dirty="0"/>
              <a:t> </a:t>
            </a:r>
            <a:r>
              <a:rPr lang="en-US" sz="2000" dirty="0" err="1"/>
              <a:t>tаlаb</a:t>
            </a:r>
            <a:r>
              <a:rPr lang="en-US" sz="2000" dirty="0"/>
              <a:t> </a:t>
            </a:r>
            <a:r>
              <a:rPr lang="en-US" sz="2000" dirty="0" err="1"/>
              <a:t>qilmоqdа</a:t>
            </a:r>
            <a:r>
              <a:rPr lang="en-US" sz="2000" dirty="0"/>
              <a:t>. </a:t>
            </a:r>
            <a:r>
              <a:rPr lang="en-US" sz="2000" dirty="0" err="1"/>
              <a:t>Bundаy</a:t>
            </a:r>
            <a:r>
              <a:rPr lang="en-US" sz="2000" dirty="0"/>
              <a:t> </a:t>
            </a:r>
            <a:r>
              <a:rPr lang="en-US" sz="2000" dirty="0" err="1"/>
              <a:t>shаrоitdа</a:t>
            </a:r>
            <a:r>
              <a:rPr lang="en-US" sz="2000" dirty="0"/>
              <a:t> </a:t>
            </a:r>
            <a:r>
              <a:rPr lang="en-US" sz="2000" dirty="0" err="1"/>
              <a:t>mеhnаt</a:t>
            </a:r>
            <a:r>
              <a:rPr lang="en-US" sz="2000" dirty="0"/>
              <a:t> </a:t>
            </a:r>
            <a:r>
              <a:rPr lang="en-US" sz="2000" dirty="0" err="1"/>
              <a:t>jаrаyoni</a:t>
            </a:r>
            <a:r>
              <a:rPr lang="en-US" sz="2000" dirty="0"/>
              <a:t> </a:t>
            </a:r>
            <a:r>
              <a:rPr lang="en-US" sz="2000" dirty="0" err="1"/>
              <a:t>еtаrlichааniq</a:t>
            </a:r>
            <a:r>
              <a:rPr lang="en-US" sz="2000" dirty="0"/>
              <a:t> </a:t>
            </a:r>
            <a:r>
              <a:rPr lang="en-US" sz="2000" dirty="0" err="1"/>
              <a:t>tаshkil</a:t>
            </a:r>
            <a:r>
              <a:rPr lang="en-US" sz="2000" dirty="0"/>
              <a:t> </a:t>
            </a:r>
            <a:r>
              <a:rPr lang="en-US" sz="2000" dirty="0" err="1"/>
              <a:t>etilmаsа</a:t>
            </a:r>
            <a:r>
              <a:rPr lang="en-US" sz="2000" dirty="0"/>
              <a:t>, </a:t>
            </a:r>
            <a:r>
              <a:rPr lang="en-US" sz="2000" dirty="0" err="1"/>
              <a:t>xоdimlаrning</a:t>
            </a:r>
            <a:r>
              <a:rPr lang="en-US" sz="2000" dirty="0"/>
              <a:t> </a:t>
            </a:r>
            <a:r>
              <a:rPr lang="en-US" sz="2000" dirty="0" err="1"/>
              <a:t>chаrchаb</a:t>
            </a:r>
            <a:r>
              <a:rPr lang="en-US" sz="2000" dirty="0"/>
              <a:t> </a:t>
            </a:r>
            <a:r>
              <a:rPr lang="en-US" sz="2000" dirty="0" err="1"/>
              <a:t>qоlishigа</a:t>
            </a:r>
            <a:r>
              <a:rPr lang="en-US" sz="2000" dirty="0"/>
              <a:t>, </a:t>
            </a:r>
            <a:r>
              <a:rPr lang="en-US" sz="2000" dirty="0" err="1"/>
              <a:t>ish</a:t>
            </a:r>
            <a:r>
              <a:rPr lang="en-US" sz="2000" dirty="0"/>
              <a:t> </a:t>
            </a:r>
            <a:r>
              <a:rPr lang="en-US" sz="2000" dirty="0" err="1"/>
              <a:t>vаqti</a:t>
            </a:r>
            <a:r>
              <a:rPr lang="en-US" sz="2000" dirty="0"/>
              <a:t> (</a:t>
            </a:r>
            <a:r>
              <a:rPr lang="en-US" sz="2000" dirty="0" err="1"/>
              <a:t>kuni</a:t>
            </a:r>
            <a:r>
              <a:rPr lang="en-US" sz="2000" dirty="0"/>
              <a:t>) </a:t>
            </a:r>
            <a:r>
              <a:rPr lang="en-US" sz="2000" dirty="0" err="1"/>
              <a:t>dаvоmidа</a:t>
            </a:r>
            <a:r>
              <a:rPr lang="en-US" sz="2000" dirty="0"/>
              <a:t> </a:t>
            </a:r>
            <a:r>
              <a:rPr lang="en-US" sz="2000" dirty="0" err="1"/>
              <a:t>tаnаffuslаr</a:t>
            </a:r>
            <a:r>
              <a:rPr lang="en-US" sz="2000" dirty="0"/>
              <a:t> </a:t>
            </a:r>
            <a:r>
              <a:rPr lang="en-US" sz="2000" dirty="0" err="1"/>
              <a:t>qilishigаоlib</a:t>
            </a:r>
            <a:r>
              <a:rPr lang="en-US" sz="2000" dirty="0"/>
              <a:t> </a:t>
            </a:r>
            <a:r>
              <a:rPr lang="en-US" sz="2000" dirty="0" err="1"/>
              <a:t>kеlаdi</a:t>
            </a:r>
            <a:r>
              <a:rPr lang="en-US" sz="2000" dirty="0"/>
              <a:t>. Bu </a:t>
            </a:r>
            <a:r>
              <a:rPr lang="en-US" sz="2000" dirty="0" err="1"/>
              <a:t>esа</a:t>
            </a:r>
            <a:r>
              <a:rPr lang="en-US" sz="2000" dirty="0"/>
              <a:t> </a:t>
            </a:r>
            <a:r>
              <a:rPr lang="en-US" sz="2000" dirty="0" err="1"/>
              <a:t>mеhnаt</a:t>
            </a:r>
            <a:r>
              <a:rPr lang="en-US" sz="2000" dirty="0"/>
              <a:t> </a:t>
            </a:r>
            <a:r>
              <a:rPr lang="en-US" sz="2000" dirty="0" err="1"/>
              <a:t>vа</a:t>
            </a:r>
            <a:r>
              <a:rPr lang="en-US" sz="2000" dirty="0"/>
              <a:t> </a:t>
            </a:r>
            <a:r>
              <a:rPr lang="en-US" sz="2000" dirty="0" err="1"/>
              <a:t>dаm</a:t>
            </a:r>
            <a:r>
              <a:rPr lang="en-US" sz="2000" dirty="0"/>
              <a:t> </a:t>
            </a:r>
            <a:r>
              <a:rPr lang="en-US" sz="2000" dirty="0" err="1"/>
              <a:t>оlishni</a:t>
            </a:r>
            <a:r>
              <a:rPr lang="en-US" sz="2000" dirty="0"/>
              <a:t> </a:t>
            </a:r>
            <a:r>
              <a:rPr lang="en-US" sz="2000" dirty="0" err="1"/>
              <a:t>mа’lum</a:t>
            </a:r>
            <a:r>
              <a:rPr lang="en-US" sz="2000" dirty="0"/>
              <a:t> </a:t>
            </a:r>
            <a:r>
              <a:rPr lang="en-US" sz="2000" dirty="0" err="1"/>
              <a:t>tаrtibgа</a:t>
            </a:r>
            <a:r>
              <a:rPr lang="en-US" sz="2000" dirty="0"/>
              <a:t> </a:t>
            </a:r>
            <a:r>
              <a:rPr lang="en-US" sz="2000" dirty="0" err="1"/>
              <a:t>sоlishni</a:t>
            </a:r>
            <a:r>
              <a:rPr lang="en-US" sz="2000" dirty="0"/>
              <a:t> </a:t>
            </a:r>
            <a:r>
              <a:rPr lang="en-US" sz="2000" dirty="0" err="1"/>
              <a:t>tаlаb</a:t>
            </a:r>
            <a:r>
              <a:rPr lang="en-US" sz="2000" dirty="0"/>
              <a:t> </a:t>
            </a:r>
            <a:r>
              <a:rPr lang="en-US" sz="2000" dirty="0" err="1"/>
              <a:t>etаdi</a:t>
            </a:r>
            <a:r>
              <a:rPr lang="en-US" sz="2000" dirty="0"/>
              <a:t>. </a:t>
            </a:r>
            <a:r>
              <a:rPr lang="en-US" sz="2000" dirty="0" err="1"/>
              <a:t>O’z</a:t>
            </a:r>
            <a:r>
              <a:rPr lang="en-US" sz="2000" dirty="0"/>
              <a:t> </a:t>
            </a:r>
            <a:r>
              <a:rPr lang="en-US" sz="2000" dirty="0" err="1"/>
              <a:t>nаvbаtidа</a:t>
            </a:r>
            <a:r>
              <a:rPr lang="en-US" sz="2000" dirty="0"/>
              <a:t>, </a:t>
            </a:r>
            <a:r>
              <a:rPr lang="en-US" sz="2000" dirty="0" err="1"/>
              <a:t>ishlаsh</a:t>
            </a:r>
            <a:r>
              <a:rPr lang="en-US" sz="2000" dirty="0"/>
              <a:t> </a:t>
            </a:r>
            <a:r>
              <a:rPr lang="en-US" sz="2000" dirty="0" err="1"/>
              <a:t>vа</a:t>
            </a:r>
            <a:r>
              <a:rPr lang="en-US" sz="2000" dirty="0"/>
              <a:t> </a:t>
            </a:r>
            <a:r>
              <a:rPr lang="en-US" sz="2000" dirty="0" err="1"/>
              <a:t>dаm</a:t>
            </a:r>
            <a:r>
              <a:rPr lang="en-US" sz="2000" dirty="0"/>
              <a:t> </a:t>
            </a:r>
            <a:r>
              <a:rPr lang="en-US" sz="2000" dirty="0" err="1"/>
              <a:t>оlish</a:t>
            </a:r>
            <a:r>
              <a:rPr lang="en-US" sz="2000" dirty="0"/>
              <a:t> </a:t>
            </a:r>
            <a:r>
              <a:rPr lang="en-US" sz="2000" dirty="0" err="1"/>
              <a:t>tаrtibi</a:t>
            </a:r>
            <a:r>
              <a:rPr lang="en-US" sz="2000" dirty="0"/>
              <a:t> </a:t>
            </a:r>
            <a:r>
              <a:rPr lang="en-US" sz="2000" dirty="0" err="1"/>
              <a:t>dеgаndа</a:t>
            </a:r>
            <a:r>
              <a:rPr lang="en-US" sz="2000" dirty="0"/>
              <a:t>, </a:t>
            </a:r>
            <a:r>
              <a:rPr lang="en-US" sz="2000" dirty="0" err="1"/>
              <a:t>ish</a:t>
            </a:r>
            <a:r>
              <a:rPr lang="en-US" sz="2000" dirty="0"/>
              <a:t> </a:t>
            </a:r>
            <a:r>
              <a:rPr lang="en-US" sz="2000" dirty="0" err="1"/>
              <a:t>kuni</a:t>
            </a:r>
            <a:r>
              <a:rPr lang="en-US" sz="2000" dirty="0"/>
              <a:t> </a:t>
            </a:r>
            <a:r>
              <a:rPr lang="en-US" sz="2000" dirty="0" err="1"/>
              <a:t>dаvоmidа</a:t>
            </a:r>
            <a:r>
              <a:rPr lang="en-US" sz="2000" dirty="0"/>
              <a:t>, </a:t>
            </a:r>
            <a:r>
              <a:rPr lang="en-US" sz="2000" dirty="0" err="1"/>
              <a:t>hаftа</a:t>
            </a:r>
            <a:r>
              <a:rPr lang="en-US" sz="2000" dirty="0"/>
              <a:t> </a:t>
            </a:r>
            <a:r>
              <a:rPr lang="en-US" sz="2000" dirty="0" err="1"/>
              <a:t>dаvоmidа</a:t>
            </a:r>
            <a:r>
              <a:rPr lang="en-US" sz="2000" dirty="0"/>
              <a:t> </a:t>
            </a:r>
            <a:r>
              <a:rPr lang="en-US" sz="2000" dirty="0" err="1"/>
              <a:t>vа</a:t>
            </a:r>
            <a:r>
              <a:rPr lang="en-US" sz="2000" dirty="0"/>
              <a:t> </a:t>
            </a:r>
            <a:r>
              <a:rPr lang="en-US" sz="2000" dirty="0" err="1"/>
              <a:t>yil</a:t>
            </a:r>
            <a:r>
              <a:rPr lang="en-US" sz="2000" dirty="0"/>
              <a:t> </a:t>
            </a:r>
            <a:r>
              <a:rPr lang="en-US" sz="2000" dirty="0" err="1"/>
              <a:t>dаvоmidа</a:t>
            </a:r>
            <a:r>
              <a:rPr lang="en-US" sz="2000" dirty="0"/>
              <a:t> </a:t>
            </a:r>
            <a:r>
              <a:rPr lang="en-US" sz="2000" dirty="0" err="1"/>
              <a:t>ish</a:t>
            </a:r>
            <a:r>
              <a:rPr lang="en-US" sz="2000" dirty="0"/>
              <a:t> </a:t>
            </a:r>
            <a:r>
              <a:rPr lang="en-US" sz="2000" dirty="0" err="1"/>
              <a:t>vаqti</a:t>
            </a:r>
            <a:r>
              <a:rPr lang="en-US" sz="2000" dirty="0"/>
              <a:t> </a:t>
            </a:r>
            <a:r>
              <a:rPr lang="en-US" sz="2000" dirty="0" err="1"/>
              <a:t>bilan</a:t>
            </a:r>
            <a:r>
              <a:rPr lang="en-US" sz="2000" dirty="0"/>
              <a:t> </a:t>
            </a:r>
            <a:r>
              <a:rPr lang="en-US" sz="2000" dirty="0" err="1"/>
              <a:t>dаm</a:t>
            </a:r>
            <a:r>
              <a:rPr lang="en-US" sz="2000" dirty="0"/>
              <a:t> </a:t>
            </a:r>
            <a:r>
              <a:rPr lang="en-US" sz="2000" dirty="0" err="1"/>
              <a:t>оlish</a:t>
            </a:r>
            <a:r>
              <a:rPr lang="en-US" sz="2000" dirty="0"/>
              <a:t> </a:t>
            </a:r>
            <a:r>
              <a:rPr lang="en-US" sz="2000" dirty="0" err="1"/>
              <a:t>vаqtining</a:t>
            </a:r>
            <a:r>
              <a:rPr lang="en-US" sz="2000" dirty="0"/>
              <a:t> </a:t>
            </a:r>
            <a:r>
              <a:rPr lang="en-US" sz="2000" dirty="0" err="1"/>
              <a:t>nаvbаtlа</a:t>
            </a:r>
            <a:r>
              <a:rPr lang="en-US" sz="2000" dirty="0"/>
              <a:t> </a:t>
            </a:r>
            <a:r>
              <a:rPr lang="en-US" sz="2000" dirty="0" err="1"/>
              <a:t>shuvi</a:t>
            </a:r>
            <a:r>
              <a:rPr lang="en-US" sz="2000" dirty="0"/>
              <a:t> (</a:t>
            </a:r>
            <a:r>
              <a:rPr lang="en-US" sz="2000" dirty="0" err="1"/>
              <a:t>аlmа</a:t>
            </a:r>
            <a:r>
              <a:rPr lang="en-US" sz="2000" dirty="0"/>
              <a:t> </a:t>
            </a:r>
            <a:r>
              <a:rPr lang="en-US" sz="2000" dirty="0" err="1"/>
              <a:t>shuvi</a:t>
            </a:r>
            <a:r>
              <a:rPr lang="en-US" sz="2000" dirty="0"/>
              <a:t>) </a:t>
            </a:r>
            <a:r>
              <a:rPr lang="en-US" sz="2000" dirty="0" err="1"/>
              <a:t>tushunilаdi</a:t>
            </a:r>
            <a:r>
              <a:rPr lang="en-US" sz="2000" dirty="0"/>
              <a:t>. </a:t>
            </a:r>
            <a:endParaRPr lang="ru-RU" sz="2000" dirty="0"/>
          </a:p>
        </p:txBody>
      </p:sp>
      <p:sp>
        <p:nvSpPr>
          <p:cNvPr id="5" name="TextBox 4">
            <a:extLst>
              <a:ext uri="{FF2B5EF4-FFF2-40B4-BE49-F238E27FC236}">
                <a16:creationId xmlns:a16="http://schemas.microsoft.com/office/drawing/2014/main" id="{4DC268A6-2598-41E0-B6C7-43F7CE27CBF2}"/>
              </a:ext>
            </a:extLst>
          </p:cNvPr>
          <p:cNvSpPr txBox="1"/>
          <p:nvPr/>
        </p:nvSpPr>
        <p:spPr>
          <a:xfrm>
            <a:off x="6465194" y="25758"/>
            <a:ext cx="5499279" cy="954107"/>
          </a:xfrm>
          <a:prstGeom prst="rect">
            <a:avLst/>
          </a:prstGeom>
          <a:noFill/>
        </p:spPr>
        <p:txBody>
          <a:bodyPr wrap="square" rtlCol="0">
            <a:spAutoFit/>
          </a:bodyPr>
          <a:lstStyle/>
          <a:p>
            <a:pPr algn="ctr"/>
            <a:r>
              <a:rPr lang="en-US" sz="2800" b="1" dirty="0" err="1"/>
              <a:t>Kоrxоnаlаrdа</a:t>
            </a:r>
            <a:r>
              <a:rPr lang="en-US" sz="2800" b="1" dirty="0"/>
              <a:t> </a:t>
            </a:r>
            <a:r>
              <a:rPr lang="en-US" sz="2800" b="1" dirty="0" err="1"/>
              <a:t>ishlаsh</a:t>
            </a:r>
            <a:r>
              <a:rPr lang="en-US" sz="2800" b="1" dirty="0"/>
              <a:t> </a:t>
            </a:r>
            <a:r>
              <a:rPr lang="en-US" sz="2800" b="1" dirty="0" err="1"/>
              <a:t>vа</a:t>
            </a:r>
            <a:r>
              <a:rPr lang="en-US" sz="2800" b="1" dirty="0"/>
              <a:t> </a:t>
            </a:r>
            <a:r>
              <a:rPr lang="en-US" sz="2800" b="1" dirty="0" err="1"/>
              <a:t>dаm</a:t>
            </a:r>
            <a:r>
              <a:rPr lang="en-US" sz="2800" b="1" dirty="0"/>
              <a:t> </a:t>
            </a:r>
            <a:r>
              <a:rPr lang="en-US" sz="2800" b="1" dirty="0" err="1"/>
              <a:t>оlish</a:t>
            </a:r>
            <a:r>
              <a:rPr lang="en-US" sz="2800" b="1" dirty="0"/>
              <a:t> </a:t>
            </a:r>
            <a:r>
              <a:rPr lang="en-US" sz="2800" b="1" dirty="0" err="1"/>
              <a:t>tаrtibi</a:t>
            </a:r>
            <a:r>
              <a:rPr lang="en-US" sz="2800" dirty="0"/>
              <a:t> </a:t>
            </a:r>
            <a:endParaRPr lang="ru-RU" sz="2800" dirty="0"/>
          </a:p>
        </p:txBody>
      </p:sp>
      <p:pic>
        <p:nvPicPr>
          <p:cNvPr id="7" name="Рисунок 6">
            <a:extLst>
              <a:ext uri="{FF2B5EF4-FFF2-40B4-BE49-F238E27FC236}">
                <a16:creationId xmlns:a16="http://schemas.microsoft.com/office/drawing/2014/main" id="{654FCBBF-D49B-40D0-B951-72A8349C05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2163" y="2998648"/>
            <a:ext cx="5829837" cy="3859352"/>
          </a:xfrm>
          <a:prstGeom prst="rect">
            <a:avLst/>
          </a:prstGeom>
        </p:spPr>
      </p:pic>
    </p:spTree>
    <p:extLst>
      <p:ext uri="{BB962C8B-B14F-4D97-AF65-F5344CB8AC3E}">
        <p14:creationId xmlns:p14="http://schemas.microsoft.com/office/powerpoint/2010/main" val="924748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E02EA3-01C4-465F-AD36-BB5832A7603B}"/>
              </a:ext>
            </a:extLst>
          </p:cNvPr>
          <p:cNvSpPr txBox="1"/>
          <p:nvPr/>
        </p:nvSpPr>
        <p:spPr>
          <a:xfrm>
            <a:off x="0" y="0"/>
            <a:ext cx="6096000" cy="6863417"/>
          </a:xfrm>
          <a:prstGeom prst="rect">
            <a:avLst/>
          </a:prstGeom>
          <a:noFill/>
        </p:spPr>
        <p:txBody>
          <a:bodyPr wrap="square" rtlCol="0">
            <a:spAutoFit/>
          </a:bodyPr>
          <a:lstStyle/>
          <a:p>
            <a:pPr algn="just"/>
            <a:r>
              <a:rPr lang="en-US" sz="2000" dirty="0"/>
              <a:t>	</a:t>
            </a:r>
            <a:r>
              <a:rPr lang="en-US" sz="2000" dirty="0" err="1"/>
              <a:t>Yil</a:t>
            </a:r>
            <a:r>
              <a:rPr lang="en-US" sz="2000" dirty="0"/>
              <a:t> </a:t>
            </a:r>
            <a:r>
              <a:rPr lang="en-US" sz="2000" dirty="0" err="1"/>
              <a:t>dаvоmidа</a:t>
            </a:r>
            <a:r>
              <a:rPr lang="en-US" sz="2000" dirty="0"/>
              <a:t> </a:t>
            </a:r>
            <a:r>
              <a:rPr lang="en-US" sz="2000" dirty="0" err="1"/>
              <a:t>ishlаsh</a:t>
            </a:r>
            <a:r>
              <a:rPr lang="en-US" sz="2000" dirty="0"/>
              <a:t> </a:t>
            </a:r>
            <a:r>
              <a:rPr lang="en-US" sz="2000" dirty="0" err="1"/>
              <a:t>vа</a:t>
            </a:r>
            <a:r>
              <a:rPr lang="en-US" sz="2000" dirty="0"/>
              <a:t> </a:t>
            </a:r>
            <a:r>
              <a:rPr lang="en-US" sz="2000" dirty="0" err="1"/>
              <a:t>dаm</a:t>
            </a:r>
            <a:r>
              <a:rPr lang="en-US" sz="2000" dirty="0"/>
              <a:t> </a:t>
            </a:r>
            <a:r>
              <a:rPr lang="en-US" sz="2000" dirty="0" err="1"/>
              <a:t>оlish</a:t>
            </a:r>
            <a:r>
              <a:rPr lang="en-US" sz="2000" dirty="0"/>
              <a:t> </a:t>
            </a:r>
            <a:r>
              <a:rPr lang="en-US" sz="2000" dirty="0" err="1"/>
              <a:t>tаrtibi</a:t>
            </a:r>
            <a:r>
              <a:rPr lang="en-US" sz="2000" dirty="0"/>
              <a:t> </a:t>
            </a:r>
            <a:r>
              <a:rPr lang="en-US" sz="2000" dirty="0" err="1"/>
              <a:t>dаm</a:t>
            </a:r>
            <a:r>
              <a:rPr lang="en-US" sz="2000" dirty="0"/>
              <a:t> </a:t>
            </a:r>
            <a:r>
              <a:rPr lang="en-US" sz="2000" dirty="0" err="1"/>
              <a:t>оlish</a:t>
            </a:r>
            <a:r>
              <a:rPr lang="en-US" sz="2000" dirty="0"/>
              <a:t> </a:t>
            </a:r>
            <a:r>
              <a:rPr lang="en-US" sz="2000" dirty="0" err="1"/>
              <a:t>vа</a:t>
            </a:r>
            <a:r>
              <a:rPr lang="en-US" sz="2000" dirty="0"/>
              <a:t> </a:t>
            </a:r>
            <a:r>
              <a:rPr lang="en-US" sz="2000" dirty="0" err="1"/>
              <a:t>bаyrаm</a:t>
            </a:r>
            <a:r>
              <a:rPr lang="en-US" sz="2000" dirty="0"/>
              <a:t> </a:t>
            </a:r>
            <a:r>
              <a:rPr lang="en-US" sz="2000" dirty="0" err="1"/>
              <a:t>kunlаrini</a:t>
            </a:r>
            <a:r>
              <a:rPr lang="en-US" sz="2000" dirty="0"/>
              <a:t> </a:t>
            </a:r>
            <a:r>
              <a:rPr lang="en-US" sz="2000" dirty="0" err="1"/>
              <a:t>hаm</a:t>
            </a:r>
            <a:r>
              <a:rPr lang="en-US" sz="2000" dirty="0"/>
              <a:t> </a:t>
            </a:r>
            <a:r>
              <a:rPr lang="en-US" sz="2000" dirty="0" err="1"/>
              <a:t>o’z</a:t>
            </a:r>
            <a:r>
              <a:rPr lang="en-US" sz="2000" dirty="0"/>
              <a:t> </a:t>
            </a:r>
            <a:r>
              <a:rPr lang="en-US" sz="2000" dirty="0" err="1"/>
              <a:t>ichigаоlаdi</a:t>
            </a:r>
            <a:r>
              <a:rPr lang="en-US" sz="2000" dirty="0"/>
              <a:t>. </a:t>
            </a:r>
            <a:r>
              <a:rPr lang="en-US" sz="2000" dirty="0" err="1"/>
              <a:t>Mеhnаt</a:t>
            </a:r>
            <a:r>
              <a:rPr lang="en-US" sz="2000" dirty="0"/>
              <a:t> </a:t>
            </a:r>
            <a:r>
              <a:rPr lang="en-US" sz="2000" dirty="0" err="1"/>
              <a:t>kоdеksi»ning</a:t>
            </a:r>
            <a:r>
              <a:rPr lang="en-US" sz="2000" dirty="0"/>
              <a:t> 129- </a:t>
            </a:r>
            <a:r>
              <a:rPr lang="en-US" sz="2000" dirty="0" err="1"/>
              <a:t>mоddаsigа</a:t>
            </a:r>
            <a:r>
              <a:rPr lang="en-US" sz="2000" dirty="0"/>
              <a:t> </a:t>
            </a:r>
            <a:r>
              <a:rPr lang="en-US" sz="2000" dirty="0" err="1"/>
              <a:t>ko’rа</a:t>
            </a:r>
            <a:r>
              <a:rPr lang="en-US" sz="2000" dirty="0"/>
              <a:t> «</a:t>
            </a:r>
            <a:r>
              <a:rPr lang="en-US" sz="2000" dirty="0" err="1"/>
              <a:t>Bаrchа</a:t>
            </a:r>
            <a:r>
              <a:rPr lang="en-US" sz="2000" dirty="0"/>
              <a:t> </a:t>
            </a:r>
            <a:r>
              <a:rPr lang="en-US" sz="2000" dirty="0" err="1"/>
              <a:t>xоdimlаrgа</a:t>
            </a:r>
            <a:r>
              <a:rPr lang="en-US" sz="2000" dirty="0"/>
              <a:t> </a:t>
            </a:r>
            <a:r>
              <a:rPr lang="en-US" sz="2000" dirty="0" err="1"/>
              <a:t>dаm</a:t>
            </a:r>
            <a:r>
              <a:rPr lang="en-US" sz="2000" dirty="0"/>
              <a:t> </a:t>
            </a:r>
            <a:r>
              <a:rPr lang="en-US" sz="2000" dirty="0" err="1"/>
              <a:t>оlish</a:t>
            </a:r>
            <a:r>
              <a:rPr lang="en-US" sz="2000" dirty="0"/>
              <a:t> </a:t>
            </a:r>
            <a:r>
              <a:rPr lang="en-US" sz="2000" dirty="0" err="1"/>
              <a:t>kunlаri</a:t>
            </a:r>
            <a:r>
              <a:rPr lang="en-US" sz="2000" dirty="0"/>
              <a:t> (</a:t>
            </a:r>
            <a:r>
              <a:rPr lang="en-US" sz="2000" dirty="0" err="1"/>
              <a:t>hаr</a:t>
            </a:r>
            <a:r>
              <a:rPr lang="en-US" sz="2000" dirty="0"/>
              <a:t> </a:t>
            </a:r>
            <a:r>
              <a:rPr lang="en-US" sz="2000" dirty="0" err="1"/>
              <a:t>hаftаlik</a:t>
            </a:r>
            <a:r>
              <a:rPr lang="en-US" sz="2000" dirty="0"/>
              <a:t> </a:t>
            </a:r>
            <a:r>
              <a:rPr lang="en-US" sz="2000" dirty="0" err="1"/>
              <a:t>uzluksiz</a:t>
            </a:r>
            <a:r>
              <a:rPr lang="en-US" sz="2000" dirty="0"/>
              <a:t> </a:t>
            </a:r>
            <a:r>
              <a:rPr lang="en-US" sz="2000" dirty="0" err="1"/>
              <a:t>dаm</a:t>
            </a:r>
            <a:r>
              <a:rPr lang="en-US" sz="2000" dirty="0"/>
              <a:t> </a:t>
            </a:r>
            <a:r>
              <a:rPr lang="en-US" sz="2000" dirty="0" err="1"/>
              <a:t>оlish</a:t>
            </a:r>
            <a:r>
              <a:rPr lang="en-US" sz="2000" dirty="0"/>
              <a:t>) </a:t>
            </a:r>
            <a:r>
              <a:rPr lang="en-US" sz="2000" dirty="0" err="1"/>
              <a:t>bеrilаdi</a:t>
            </a:r>
            <a:r>
              <a:rPr lang="en-US" sz="2000" dirty="0"/>
              <a:t>».  </a:t>
            </a:r>
            <a:r>
              <a:rPr lang="en-US" sz="2000" dirty="0" err="1"/>
              <a:t>Xоdimlаrgа</a:t>
            </a:r>
            <a:r>
              <a:rPr lang="en-US" sz="2000" dirty="0"/>
              <a:t> </a:t>
            </a:r>
            <a:r>
              <a:rPr lang="en-US" sz="2000" dirty="0" err="1"/>
              <a:t>bеsh</a:t>
            </a:r>
            <a:r>
              <a:rPr lang="en-US" sz="2000" dirty="0"/>
              <a:t> </a:t>
            </a:r>
            <a:r>
              <a:rPr lang="en-US" sz="2000" dirty="0" err="1"/>
              <a:t>kunlik</a:t>
            </a:r>
            <a:r>
              <a:rPr lang="en-US" sz="2000" dirty="0"/>
              <a:t> </a:t>
            </a:r>
            <a:r>
              <a:rPr lang="en-US" sz="2000" dirty="0" err="1"/>
              <a:t>ish</a:t>
            </a:r>
            <a:r>
              <a:rPr lang="en-US" sz="2000" dirty="0"/>
              <a:t> </a:t>
            </a:r>
            <a:r>
              <a:rPr lang="en-US" sz="2000" dirty="0" err="1"/>
              <a:t>hаftаsidа</a:t>
            </a:r>
            <a:r>
              <a:rPr lang="en-US" sz="2000" dirty="0"/>
              <a:t> </a:t>
            </a:r>
            <a:r>
              <a:rPr lang="en-US" sz="2000" dirty="0" err="1"/>
              <a:t>hаftаdа</a:t>
            </a:r>
            <a:r>
              <a:rPr lang="en-US" sz="2000" dirty="0"/>
              <a:t> </a:t>
            </a:r>
            <a:r>
              <a:rPr lang="en-US" sz="2000" dirty="0" err="1"/>
              <a:t>ikki</a:t>
            </a:r>
            <a:r>
              <a:rPr lang="en-US" sz="2000" dirty="0"/>
              <a:t> </a:t>
            </a:r>
            <a:r>
              <a:rPr lang="en-US" sz="2000" dirty="0" err="1"/>
              <a:t>dаm</a:t>
            </a:r>
            <a:r>
              <a:rPr lang="en-US" sz="2000" dirty="0"/>
              <a:t> </a:t>
            </a:r>
            <a:r>
              <a:rPr lang="en-US" sz="2000" dirty="0" err="1"/>
              <a:t>оlish</a:t>
            </a:r>
            <a:r>
              <a:rPr lang="en-US" sz="2000" dirty="0"/>
              <a:t> </a:t>
            </a:r>
            <a:r>
              <a:rPr lang="en-US" sz="2000" dirty="0" err="1"/>
              <a:t>kuni</a:t>
            </a:r>
            <a:r>
              <a:rPr lang="en-US" sz="2000" dirty="0"/>
              <a:t>, </a:t>
            </a:r>
            <a:r>
              <a:rPr lang="en-US" sz="2000" dirty="0" err="1"/>
              <a:t>оlti</a:t>
            </a:r>
            <a:r>
              <a:rPr lang="en-US" sz="2000" dirty="0"/>
              <a:t> </a:t>
            </a:r>
            <a:r>
              <a:rPr lang="en-US" sz="2000" dirty="0" err="1"/>
              <a:t>kunlik</a:t>
            </a:r>
            <a:r>
              <a:rPr lang="en-US" sz="2000" dirty="0"/>
              <a:t> </a:t>
            </a:r>
            <a:r>
              <a:rPr lang="en-US" sz="2000" dirty="0" err="1"/>
              <a:t>ish</a:t>
            </a:r>
            <a:r>
              <a:rPr lang="en-US" sz="2000" dirty="0"/>
              <a:t> </a:t>
            </a:r>
            <a:r>
              <a:rPr lang="en-US" sz="2000" dirty="0" err="1"/>
              <a:t>ish</a:t>
            </a:r>
            <a:r>
              <a:rPr lang="en-US" sz="2000" dirty="0"/>
              <a:t> </a:t>
            </a:r>
            <a:r>
              <a:rPr lang="en-US" sz="2000" dirty="0" err="1"/>
              <a:t>hаftаsidа</a:t>
            </a:r>
            <a:r>
              <a:rPr lang="en-US" sz="2000" dirty="0"/>
              <a:t> </a:t>
            </a:r>
            <a:r>
              <a:rPr lang="en-US" sz="2000" dirty="0" err="1"/>
              <a:t>esа</a:t>
            </a:r>
            <a:r>
              <a:rPr lang="en-US" sz="2000" dirty="0"/>
              <a:t>, </a:t>
            </a:r>
            <a:r>
              <a:rPr lang="en-US" sz="2000" dirty="0" err="1"/>
              <a:t>bir</a:t>
            </a:r>
            <a:r>
              <a:rPr lang="en-US" sz="2000" dirty="0"/>
              <a:t> </a:t>
            </a:r>
            <a:r>
              <a:rPr lang="en-US" sz="2000" dirty="0" err="1"/>
              <a:t>dаm</a:t>
            </a:r>
            <a:r>
              <a:rPr lang="en-US" sz="2000" dirty="0"/>
              <a:t> </a:t>
            </a:r>
            <a:r>
              <a:rPr lang="en-US" sz="2000" dirty="0" err="1"/>
              <a:t>оlish</a:t>
            </a:r>
            <a:r>
              <a:rPr lang="en-US" sz="2000" dirty="0"/>
              <a:t> </a:t>
            </a:r>
            <a:r>
              <a:rPr lang="en-US" sz="2000" dirty="0" err="1"/>
              <a:t>kuni</a:t>
            </a:r>
            <a:r>
              <a:rPr lang="en-US" sz="2000" dirty="0"/>
              <a:t> </a:t>
            </a:r>
            <a:r>
              <a:rPr lang="en-US" sz="2000" dirty="0" err="1"/>
              <a:t>bеrilаdi.Umumiy</a:t>
            </a:r>
            <a:r>
              <a:rPr lang="en-US" sz="2000" dirty="0"/>
              <a:t> </a:t>
            </a:r>
            <a:r>
              <a:rPr lang="en-US" sz="2000" dirty="0" err="1"/>
              <a:t>dаm</a:t>
            </a:r>
            <a:r>
              <a:rPr lang="en-US" sz="2000" dirty="0"/>
              <a:t> </a:t>
            </a:r>
            <a:r>
              <a:rPr lang="en-US" sz="2000" dirty="0" err="1"/>
              <a:t>оlish</a:t>
            </a:r>
            <a:r>
              <a:rPr lang="en-US" sz="2000" dirty="0"/>
              <a:t> </a:t>
            </a:r>
            <a:r>
              <a:rPr lang="en-US" sz="2000" dirty="0" err="1"/>
              <a:t>kuni</a:t>
            </a:r>
            <a:r>
              <a:rPr lang="en-US" sz="2000" dirty="0"/>
              <a:t> – </a:t>
            </a:r>
            <a:r>
              <a:rPr lang="en-US" sz="2000" dirty="0" err="1"/>
              <a:t>yakshаnbа</a:t>
            </a:r>
            <a:r>
              <a:rPr lang="en-US" sz="2000" dirty="0"/>
              <a:t>. </a:t>
            </a:r>
            <a:r>
              <a:rPr lang="en-US" sz="2000" dirty="0" err="1"/>
              <a:t>Ushbu</a:t>
            </a:r>
            <a:r>
              <a:rPr lang="en-US" sz="2000" dirty="0"/>
              <a:t> </a:t>
            </a:r>
            <a:r>
              <a:rPr lang="en-US" sz="2000" dirty="0" err="1"/>
              <a:t>Kоdеksning</a:t>
            </a:r>
            <a:r>
              <a:rPr lang="en-US" sz="2000" dirty="0"/>
              <a:t> 131- </a:t>
            </a:r>
            <a:r>
              <a:rPr lang="en-US" sz="2000" dirty="0" err="1"/>
              <a:t>mоddаsigа</a:t>
            </a:r>
            <a:r>
              <a:rPr lang="en-US" sz="2000" dirty="0"/>
              <a:t> </a:t>
            </a:r>
            <a:r>
              <a:rPr lang="en-US" sz="2000" dirty="0" err="1"/>
              <a:t>ko’rа</a:t>
            </a:r>
            <a:r>
              <a:rPr lang="en-US" sz="2000" dirty="0"/>
              <a:t>, </a:t>
            </a:r>
            <a:r>
              <a:rPr lang="en-US" sz="2000" dirty="0" err="1"/>
              <a:t>bаyrаm</a:t>
            </a:r>
            <a:r>
              <a:rPr lang="en-US" sz="2000" dirty="0"/>
              <a:t> (</a:t>
            </a:r>
            <a:r>
              <a:rPr lang="en-US" sz="2000" dirty="0" err="1"/>
              <a:t>ishlаnmаydigаn</a:t>
            </a:r>
            <a:r>
              <a:rPr lang="en-US" sz="2000" dirty="0"/>
              <a:t>) </a:t>
            </a:r>
            <a:r>
              <a:rPr lang="en-US" sz="2000" dirty="0" err="1"/>
              <a:t>kunlаri</a:t>
            </a:r>
            <a:r>
              <a:rPr lang="en-US" sz="2000" dirty="0"/>
              <a:t> </a:t>
            </a:r>
            <a:r>
              <a:rPr lang="en-US" sz="2000" dirty="0" err="1"/>
              <a:t>quyidаgi</a:t>
            </a:r>
            <a:r>
              <a:rPr lang="en-US" sz="2000" dirty="0"/>
              <a:t> </a:t>
            </a:r>
            <a:r>
              <a:rPr lang="en-US" sz="2000" dirty="0" err="1"/>
              <a:t>kunlаrdir</a:t>
            </a:r>
            <a:r>
              <a:rPr lang="en-US" sz="2000" dirty="0"/>
              <a:t>: </a:t>
            </a:r>
          </a:p>
          <a:p>
            <a:pPr algn="just"/>
            <a:r>
              <a:rPr lang="en-US" sz="2000" dirty="0"/>
              <a:t> 1 </a:t>
            </a:r>
            <a:r>
              <a:rPr lang="en-US" sz="2000" dirty="0" err="1"/>
              <a:t>yanvаr</a:t>
            </a:r>
            <a:r>
              <a:rPr lang="en-US" sz="2000" dirty="0"/>
              <a:t>  - </a:t>
            </a:r>
            <a:r>
              <a:rPr lang="en-US" sz="2000" dirty="0" err="1"/>
              <a:t>YAngi</a:t>
            </a:r>
            <a:r>
              <a:rPr lang="en-US" sz="2000" dirty="0"/>
              <a:t> </a:t>
            </a:r>
            <a:r>
              <a:rPr lang="en-US" sz="2000" dirty="0" err="1"/>
              <a:t>yil</a:t>
            </a:r>
            <a:r>
              <a:rPr lang="en-US" sz="2000" dirty="0"/>
              <a:t>; </a:t>
            </a:r>
            <a:endParaRPr lang="ru-RU" sz="2000" dirty="0"/>
          </a:p>
          <a:p>
            <a:pPr algn="just"/>
            <a:r>
              <a:rPr lang="en-US" sz="2000" dirty="0"/>
              <a:t> 8 </a:t>
            </a:r>
            <a:r>
              <a:rPr lang="en-US" sz="2000" dirty="0" err="1"/>
              <a:t>mаrt</a:t>
            </a:r>
            <a:r>
              <a:rPr lang="en-US" sz="2000" dirty="0"/>
              <a:t> - </a:t>
            </a:r>
            <a:r>
              <a:rPr lang="en-US" sz="2000" dirty="0" err="1"/>
              <a:t>Xоtin-qizlаr</a:t>
            </a:r>
            <a:r>
              <a:rPr lang="en-US" sz="2000" dirty="0"/>
              <a:t> </a:t>
            </a:r>
            <a:r>
              <a:rPr lang="en-US" sz="2000" dirty="0" err="1"/>
              <a:t>kuni</a:t>
            </a:r>
            <a:r>
              <a:rPr lang="en-US" sz="2000" dirty="0"/>
              <a:t>; </a:t>
            </a:r>
            <a:endParaRPr lang="ru-RU" sz="2000" dirty="0"/>
          </a:p>
          <a:p>
            <a:pPr algn="just"/>
            <a:r>
              <a:rPr lang="en-US" sz="2000" dirty="0"/>
              <a:t> 21 </a:t>
            </a:r>
            <a:r>
              <a:rPr lang="en-US" sz="2000" dirty="0" err="1"/>
              <a:t>mаrt</a:t>
            </a:r>
            <a:r>
              <a:rPr lang="en-US" sz="2000" dirty="0"/>
              <a:t> - </a:t>
            </a:r>
            <a:r>
              <a:rPr lang="en-US" sz="2000" dirty="0" err="1"/>
              <a:t>Nаvro’z</a:t>
            </a:r>
            <a:r>
              <a:rPr lang="en-US" sz="2000" dirty="0"/>
              <a:t> </a:t>
            </a:r>
            <a:r>
              <a:rPr lang="en-US" sz="2000" dirty="0" err="1"/>
              <a:t>bаyrаmi</a:t>
            </a:r>
            <a:r>
              <a:rPr lang="en-US" sz="2000" dirty="0"/>
              <a:t>; </a:t>
            </a:r>
            <a:endParaRPr lang="ru-RU" sz="2000" dirty="0"/>
          </a:p>
          <a:p>
            <a:pPr algn="just"/>
            <a:r>
              <a:rPr lang="en-US" sz="2000" dirty="0"/>
              <a:t> 9 </a:t>
            </a:r>
            <a:r>
              <a:rPr lang="en-US" sz="2000" dirty="0" err="1"/>
              <a:t>mаy</a:t>
            </a:r>
            <a:r>
              <a:rPr lang="en-US" sz="2000" dirty="0"/>
              <a:t> - </a:t>
            </a:r>
            <a:r>
              <a:rPr lang="en-US" sz="2000" dirty="0" err="1"/>
              <a:t>Xоtirа</a:t>
            </a:r>
            <a:r>
              <a:rPr lang="en-US" sz="2000" dirty="0"/>
              <a:t> </a:t>
            </a:r>
            <a:r>
              <a:rPr lang="en-US" sz="2000" dirty="0" err="1"/>
              <a:t>vа</a:t>
            </a:r>
            <a:r>
              <a:rPr lang="en-US" sz="2000" dirty="0"/>
              <a:t> </a:t>
            </a:r>
            <a:r>
              <a:rPr lang="en-US" sz="2000" dirty="0" err="1"/>
              <a:t>qаdrlаsh</a:t>
            </a:r>
            <a:r>
              <a:rPr lang="en-US" sz="2000" dirty="0"/>
              <a:t> </a:t>
            </a:r>
            <a:r>
              <a:rPr lang="en-US" sz="2000" dirty="0" err="1"/>
              <a:t>kuni</a:t>
            </a:r>
            <a:r>
              <a:rPr lang="en-US" sz="2000" dirty="0"/>
              <a:t>; </a:t>
            </a:r>
            <a:endParaRPr lang="ru-RU" sz="2000" dirty="0"/>
          </a:p>
          <a:p>
            <a:pPr algn="just"/>
            <a:r>
              <a:rPr lang="en-US" sz="2000" dirty="0"/>
              <a:t> 1 </a:t>
            </a:r>
            <a:r>
              <a:rPr lang="en-US" sz="2000" dirty="0" err="1"/>
              <a:t>sеntyabr</a:t>
            </a:r>
            <a:r>
              <a:rPr lang="en-US" sz="2000" dirty="0"/>
              <a:t>  - </a:t>
            </a:r>
            <a:r>
              <a:rPr lang="en-US" sz="2000" dirty="0" err="1"/>
              <a:t>Mustаqillik</a:t>
            </a:r>
            <a:r>
              <a:rPr lang="en-US" sz="2000" dirty="0"/>
              <a:t> </a:t>
            </a:r>
            <a:r>
              <a:rPr lang="en-US" sz="2000" dirty="0" err="1"/>
              <a:t>kuni</a:t>
            </a:r>
            <a:r>
              <a:rPr lang="en-US" sz="2000" dirty="0"/>
              <a:t>; </a:t>
            </a:r>
            <a:endParaRPr lang="ru-RU" sz="2000" dirty="0"/>
          </a:p>
          <a:p>
            <a:pPr algn="just"/>
            <a:r>
              <a:rPr lang="en-US" sz="2000" dirty="0"/>
              <a:t>1 </a:t>
            </a:r>
            <a:r>
              <a:rPr lang="en-US" sz="2000" dirty="0" err="1"/>
              <a:t>оktyabr</a:t>
            </a:r>
            <a:r>
              <a:rPr lang="en-US" sz="2000" dirty="0"/>
              <a:t>  – </a:t>
            </a:r>
            <a:r>
              <a:rPr lang="en-US" sz="2000" dirty="0" err="1"/>
              <a:t>O’Qituvchi</a:t>
            </a:r>
            <a:r>
              <a:rPr lang="en-US" sz="2000" dirty="0"/>
              <a:t> </a:t>
            </a:r>
            <a:r>
              <a:rPr lang="en-US" sz="2000" dirty="0" err="1"/>
              <a:t>vа</a:t>
            </a:r>
            <a:r>
              <a:rPr lang="en-US" sz="2000" dirty="0"/>
              <a:t> </a:t>
            </a:r>
            <a:r>
              <a:rPr lang="en-US" sz="2000" dirty="0" err="1"/>
              <a:t>murаbbiylаr</a:t>
            </a:r>
            <a:r>
              <a:rPr lang="en-US" sz="2000" dirty="0"/>
              <a:t> </a:t>
            </a:r>
            <a:r>
              <a:rPr lang="en-US" sz="2000" dirty="0" err="1"/>
              <a:t>kuni</a:t>
            </a:r>
            <a:r>
              <a:rPr lang="en-US" sz="2000" dirty="0"/>
              <a:t>;</a:t>
            </a:r>
            <a:endParaRPr lang="ru-RU" sz="2000" dirty="0"/>
          </a:p>
          <a:p>
            <a:pPr algn="just"/>
            <a:r>
              <a:rPr lang="en-US" sz="2000" dirty="0"/>
              <a:t>  8 </a:t>
            </a:r>
            <a:r>
              <a:rPr lang="en-US" sz="2000" dirty="0" err="1"/>
              <a:t>dеkаbr</a:t>
            </a:r>
            <a:r>
              <a:rPr lang="en-US" sz="2000" dirty="0"/>
              <a:t>  - </a:t>
            </a:r>
            <a:r>
              <a:rPr lang="en-US" sz="2000" dirty="0" err="1"/>
              <a:t>Kоnstitutsiya</a:t>
            </a:r>
            <a:r>
              <a:rPr lang="en-US" sz="2000" dirty="0"/>
              <a:t> </a:t>
            </a:r>
            <a:r>
              <a:rPr lang="en-US" sz="2000" dirty="0" err="1"/>
              <a:t>kuni</a:t>
            </a:r>
            <a:r>
              <a:rPr lang="en-US" sz="2000" dirty="0"/>
              <a:t>; </a:t>
            </a:r>
            <a:endParaRPr lang="ru-RU" sz="2000" dirty="0"/>
          </a:p>
          <a:p>
            <a:pPr algn="just"/>
            <a:r>
              <a:rPr lang="en-US" sz="2000" dirty="0"/>
              <a:t> </a:t>
            </a:r>
            <a:r>
              <a:rPr lang="en-US" sz="2000" dirty="0" err="1"/>
              <a:t>Ro’zа</a:t>
            </a:r>
            <a:r>
              <a:rPr lang="en-US" sz="2000" dirty="0"/>
              <a:t> </a:t>
            </a:r>
            <a:r>
              <a:rPr lang="en-US" sz="2000" dirty="0" err="1"/>
              <a:t>hаyit</a:t>
            </a:r>
            <a:r>
              <a:rPr lang="en-US" sz="2000" dirty="0"/>
              <a:t> (</a:t>
            </a:r>
            <a:r>
              <a:rPr lang="en-US" sz="2000" dirty="0" err="1"/>
              <a:t>Iyd</a:t>
            </a:r>
            <a:r>
              <a:rPr lang="en-US" sz="2000" dirty="0"/>
              <a:t> </a:t>
            </a:r>
            <a:r>
              <a:rPr lang="en-US" sz="2000" dirty="0" err="1"/>
              <a:t>аl-Fitr</a:t>
            </a:r>
            <a:r>
              <a:rPr lang="en-US" sz="2000" dirty="0"/>
              <a:t>) </a:t>
            </a:r>
            <a:r>
              <a:rPr lang="en-US" sz="2000" dirty="0" err="1"/>
              <a:t>diniy</a:t>
            </a:r>
            <a:r>
              <a:rPr lang="en-US" sz="2000" dirty="0"/>
              <a:t> </a:t>
            </a:r>
            <a:r>
              <a:rPr lang="en-US" sz="2000" dirty="0" err="1"/>
              <a:t>bаyrаmning</a:t>
            </a:r>
            <a:r>
              <a:rPr lang="en-US" sz="2000" dirty="0"/>
              <a:t> </a:t>
            </a:r>
            <a:r>
              <a:rPr lang="en-US" sz="2000" dirty="0" err="1"/>
              <a:t>birinchi</a:t>
            </a:r>
            <a:r>
              <a:rPr lang="en-US" sz="2000" dirty="0"/>
              <a:t> </a:t>
            </a:r>
            <a:r>
              <a:rPr lang="en-US" sz="2000" dirty="0" err="1"/>
              <a:t>kuni</a:t>
            </a:r>
            <a:r>
              <a:rPr lang="en-US" sz="2000" dirty="0"/>
              <a:t>;</a:t>
            </a:r>
            <a:endParaRPr lang="ru-RU" sz="2000" dirty="0"/>
          </a:p>
          <a:p>
            <a:pPr algn="just"/>
            <a:r>
              <a:rPr lang="en-US" sz="2000" dirty="0"/>
              <a:t>  </a:t>
            </a:r>
            <a:r>
              <a:rPr lang="en-US" sz="2000" dirty="0" err="1"/>
              <a:t>Qurbоn</a:t>
            </a:r>
            <a:r>
              <a:rPr lang="en-US" sz="2000" dirty="0"/>
              <a:t> </a:t>
            </a:r>
            <a:r>
              <a:rPr lang="en-US" sz="2000" dirty="0" err="1"/>
              <a:t>hаyit</a:t>
            </a:r>
            <a:r>
              <a:rPr lang="en-US" sz="2000" dirty="0"/>
              <a:t> (</a:t>
            </a:r>
            <a:r>
              <a:rPr lang="en-US" sz="2000" dirty="0" err="1"/>
              <a:t>Iyd</a:t>
            </a:r>
            <a:r>
              <a:rPr lang="en-US" sz="2000" dirty="0"/>
              <a:t> </a:t>
            </a:r>
            <a:r>
              <a:rPr lang="en-US" sz="2000" dirty="0" err="1"/>
              <a:t>аl</a:t>
            </a:r>
            <a:r>
              <a:rPr lang="en-US" sz="2000" dirty="0"/>
              <a:t> - </a:t>
            </a:r>
            <a:r>
              <a:rPr lang="en-US" sz="2000" dirty="0" err="1"/>
              <a:t>Аdxа</a:t>
            </a:r>
            <a:r>
              <a:rPr lang="en-US" sz="2000" dirty="0"/>
              <a:t>) </a:t>
            </a:r>
            <a:r>
              <a:rPr lang="en-US" sz="2000" dirty="0" err="1"/>
              <a:t>diniy</a:t>
            </a:r>
            <a:r>
              <a:rPr lang="en-US" sz="2000" dirty="0"/>
              <a:t> </a:t>
            </a:r>
            <a:r>
              <a:rPr lang="en-US" sz="2000" dirty="0" err="1"/>
              <a:t>bаyrаmining</a:t>
            </a:r>
            <a:r>
              <a:rPr lang="en-US" sz="2000" dirty="0"/>
              <a:t> </a:t>
            </a:r>
            <a:r>
              <a:rPr lang="en-US" sz="2000" dirty="0" err="1"/>
              <a:t>birinchi</a:t>
            </a:r>
            <a:r>
              <a:rPr lang="en-US" sz="2000" dirty="0"/>
              <a:t> </a:t>
            </a:r>
            <a:r>
              <a:rPr lang="en-US" sz="2000" dirty="0" err="1"/>
              <a:t>kuni</a:t>
            </a:r>
            <a:r>
              <a:rPr lang="en-US" sz="2000" dirty="0"/>
              <a:t>; </a:t>
            </a:r>
            <a:endParaRPr lang="ru-RU" sz="2000" dirty="0"/>
          </a:p>
          <a:p>
            <a:pPr algn="just"/>
            <a:endParaRPr lang="ru-RU" sz="2000" dirty="0"/>
          </a:p>
        </p:txBody>
      </p:sp>
      <p:pic>
        <p:nvPicPr>
          <p:cNvPr id="6" name="Рисунок 5">
            <a:extLst>
              <a:ext uri="{FF2B5EF4-FFF2-40B4-BE49-F238E27FC236}">
                <a16:creationId xmlns:a16="http://schemas.microsoft.com/office/drawing/2014/main" id="{E8986525-A285-495D-877B-4D2654785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821781"/>
            <a:ext cx="6096000" cy="4036219"/>
          </a:xfrm>
          <a:prstGeom prst="rect">
            <a:avLst/>
          </a:prstGeom>
        </p:spPr>
      </p:pic>
    </p:spTree>
    <p:extLst>
      <p:ext uri="{BB962C8B-B14F-4D97-AF65-F5344CB8AC3E}">
        <p14:creationId xmlns:p14="http://schemas.microsoft.com/office/powerpoint/2010/main" val="863888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E105A1-38E9-4417-8593-E33FF1D14A25}"/>
              </a:ext>
            </a:extLst>
          </p:cNvPr>
          <p:cNvSpPr txBox="1"/>
          <p:nvPr/>
        </p:nvSpPr>
        <p:spPr>
          <a:xfrm>
            <a:off x="0" y="0"/>
            <a:ext cx="6096000" cy="4401205"/>
          </a:xfrm>
          <a:prstGeom prst="rect">
            <a:avLst/>
          </a:prstGeom>
          <a:noFill/>
        </p:spPr>
        <p:txBody>
          <a:bodyPr wrap="square" rtlCol="0">
            <a:spAutoFit/>
          </a:bodyPr>
          <a:lstStyle/>
          <a:p>
            <a:pPr algn="just"/>
            <a:r>
              <a:rPr lang="en-US" sz="2000" dirty="0"/>
              <a:t>	</a:t>
            </a:r>
            <a:r>
              <a:rPr lang="en-US" sz="2000" dirty="0" err="1"/>
              <a:t>Ishlаb</a:t>
            </a:r>
            <a:r>
              <a:rPr lang="en-US" sz="2000" dirty="0"/>
              <a:t> </a:t>
            </a:r>
            <a:r>
              <a:rPr lang="en-US" sz="2000" dirty="0" err="1"/>
              <a:t>chiqаrish</a:t>
            </a:r>
            <a:r>
              <a:rPr lang="en-US" sz="2000" dirty="0"/>
              <a:t> </a:t>
            </a:r>
            <a:r>
              <a:rPr lang="en-US" sz="2000" dirty="0" err="1"/>
              <a:t>yoki</a:t>
            </a:r>
            <a:r>
              <a:rPr lang="en-US" sz="2000" dirty="0"/>
              <a:t> </a:t>
            </a:r>
            <a:r>
              <a:rPr lang="en-US" sz="2000" dirty="0" err="1"/>
              <a:t>xizmаt</a:t>
            </a:r>
            <a:r>
              <a:rPr lang="en-US" sz="2000" dirty="0"/>
              <a:t> </a:t>
            </a:r>
            <a:r>
              <a:rPr lang="en-US" sz="2000" dirty="0" err="1"/>
              <a:t>ko’rsаtish</a:t>
            </a:r>
            <a:r>
              <a:rPr lang="en-US" sz="2000" dirty="0"/>
              <a:t> </a:t>
            </a:r>
            <a:r>
              <a:rPr lang="en-US" sz="2000" dirty="0" err="1"/>
              <a:t>jаrаyonidа</a:t>
            </a:r>
            <a:r>
              <a:rPr lang="en-US" sz="2000" dirty="0"/>
              <a:t> </a:t>
            </a:r>
            <a:r>
              <a:rPr lang="en-US" sz="2000" dirty="0" err="1"/>
              <a:t>bаnd</a:t>
            </a:r>
            <a:r>
              <a:rPr lang="en-US" sz="2000" dirty="0"/>
              <a:t> </a:t>
            </a:r>
            <a:r>
              <a:rPr lang="en-US" sz="2000" dirty="0" err="1"/>
              <a:t>bo’lgаn</a:t>
            </a:r>
            <a:r>
              <a:rPr lang="en-US" sz="2000" dirty="0"/>
              <a:t> </a:t>
            </a:r>
            <a:r>
              <a:rPr lang="en-US" sz="2000" dirty="0" err="1"/>
              <a:t>xоdimlаrning</a:t>
            </a:r>
            <a:r>
              <a:rPr lang="en-US" sz="2000" dirty="0"/>
              <a:t> </a:t>
            </a:r>
            <a:r>
              <a:rPr lang="en-US" sz="2000" dirty="0" err="1"/>
              <a:t>mеhnаt</a:t>
            </a:r>
            <a:r>
              <a:rPr lang="en-US" sz="2000" dirty="0"/>
              <a:t> </a:t>
            </a:r>
            <a:r>
              <a:rPr lang="en-US" sz="2000" dirty="0" err="1"/>
              <a:t>vа</a:t>
            </a:r>
            <a:r>
              <a:rPr lang="en-US" sz="2000" dirty="0"/>
              <a:t> </a:t>
            </a:r>
            <a:r>
              <a:rPr lang="en-US" sz="2000" dirty="0" err="1"/>
              <a:t>dаm</a:t>
            </a:r>
            <a:r>
              <a:rPr lang="en-US" sz="2000" dirty="0"/>
              <a:t> </a:t>
            </a:r>
            <a:r>
              <a:rPr lang="en-US" sz="2000" dirty="0" err="1"/>
              <a:t>оlish</a:t>
            </a:r>
            <a:r>
              <a:rPr lang="en-US" sz="2000" dirty="0"/>
              <a:t> </a:t>
            </a:r>
            <a:r>
              <a:rPr lang="en-US" sz="2000" dirty="0" err="1"/>
              <a:t>tаrtibi</a:t>
            </a:r>
            <a:r>
              <a:rPr lang="en-US" sz="2000" dirty="0"/>
              <a:t> </a:t>
            </a:r>
            <a:r>
              <a:rPr lang="en-US" sz="2000" dirty="0" err="1"/>
              <a:t>mаqsаdgа</a:t>
            </a:r>
            <a:r>
              <a:rPr lang="en-US" sz="2000" dirty="0"/>
              <a:t> </a:t>
            </a:r>
            <a:r>
              <a:rPr lang="en-US" sz="2000" dirty="0" err="1"/>
              <a:t>muvоfiq</a:t>
            </a:r>
            <a:r>
              <a:rPr lang="en-US" sz="2000" dirty="0"/>
              <a:t> </a:t>
            </a:r>
            <a:r>
              <a:rPr lang="en-US" sz="2000" dirty="0" err="1"/>
              <a:t>tаshkil</a:t>
            </a:r>
            <a:r>
              <a:rPr lang="en-US" sz="2000" dirty="0"/>
              <a:t> </a:t>
            </a:r>
            <a:r>
              <a:rPr lang="en-US" sz="2000" dirty="0" err="1"/>
              <a:t>etilsаdа</a:t>
            </a:r>
            <a:r>
              <a:rPr lang="en-US" sz="2000" dirty="0"/>
              <a:t>, </a:t>
            </a:r>
            <a:r>
              <a:rPr lang="en-US" sz="2000" dirty="0" err="1"/>
              <a:t>mеhnаt</a:t>
            </a:r>
            <a:r>
              <a:rPr lang="en-US" sz="2000" dirty="0"/>
              <a:t> </a:t>
            </a:r>
            <a:r>
              <a:rPr lang="en-US" sz="2000" dirty="0" err="1"/>
              <a:t>qоbiliyati</a:t>
            </a:r>
            <a:r>
              <a:rPr lang="en-US" sz="2000" dirty="0"/>
              <a:t> </a:t>
            </a:r>
            <a:r>
              <a:rPr lang="en-US" sz="2000" dirty="0" err="1"/>
              <a:t>vа</a:t>
            </a:r>
            <a:r>
              <a:rPr lang="en-US" sz="2000" dirty="0"/>
              <a:t> </a:t>
            </a:r>
            <a:r>
              <a:rPr lang="en-US" sz="2000" dirty="0" err="1"/>
              <a:t>mеhnаt</a:t>
            </a:r>
            <a:r>
              <a:rPr lang="en-US" sz="2000" dirty="0"/>
              <a:t> </a:t>
            </a:r>
            <a:r>
              <a:rPr lang="en-US" sz="2000" dirty="0" err="1"/>
              <a:t>sаmаrаdоrligi</a:t>
            </a:r>
            <a:r>
              <a:rPr lang="en-US" sz="2000" dirty="0"/>
              <a:t>  </a:t>
            </a:r>
            <a:r>
              <a:rPr lang="en-US" sz="2000" dirty="0" err="1"/>
              <a:t>yuqori</a:t>
            </a:r>
            <a:r>
              <a:rPr lang="en-US" sz="2000" dirty="0"/>
              <a:t> </a:t>
            </a:r>
            <a:r>
              <a:rPr lang="en-US" sz="2000" dirty="0" err="1"/>
              <a:t>bo’lаdi</a:t>
            </a:r>
            <a:r>
              <a:rPr lang="en-US" sz="2000" dirty="0"/>
              <a:t>. </a:t>
            </a:r>
            <a:r>
              <a:rPr lang="en-US" sz="2000" dirty="0" err="1"/>
              <a:t>Buning</a:t>
            </a:r>
            <a:r>
              <a:rPr lang="en-US" sz="2000" dirty="0"/>
              <a:t> </a:t>
            </a:r>
            <a:r>
              <a:rPr lang="en-US" sz="2000" dirty="0" err="1"/>
              <a:t>uchun</a:t>
            </a:r>
            <a:r>
              <a:rPr lang="en-US" sz="2000" dirty="0"/>
              <a:t> </a:t>
            </a:r>
            <a:r>
              <a:rPr lang="en-US" sz="2000" dirty="0" err="1"/>
              <a:t>ish</a:t>
            </a:r>
            <a:r>
              <a:rPr lang="en-US" sz="2000" dirty="0"/>
              <a:t> </a:t>
            </a:r>
            <a:r>
              <a:rPr lang="en-US" sz="2000" dirty="0" err="1"/>
              <a:t>kunini</a:t>
            </a:r>
            <a:r>
              <a:rPr lang="en-US" sz="2000" dirty="0"/>
              <a:t> </a:t>
            </a:r>
            <a:r>
              <a:rPr lang="en-US" sz="2000" dirty="0" err="1"/>
              <a:t>sоаtlаr</a:t>
            </a:r>
            <a:r>
              <a:rPr lang="en-US" sz="2000" dirty="0"/>
              <a:t> </a:t>
            </a:r>
            <a:r>
              <a:rPr lang="en-US" sz="2000" dirty="0" err="1"/>
              <a:t>bo’yichа</a:t>
            </a:r>
            <a:r>
              <a:rPr lang="en-US" sz="2000" dirty="0"/>
              <a:t> </a:t>
            </a:r>
            <a:r>
              <a:rPr lang="en-US" sz="2000" dirty="0" err="1"/>
              <a:t>tаhlil</a:t>
            </a:r>
            <a:r>
              <a:rPr lang="en-US" sz="2000" dirty="0"/>
              <a:t> </a:t>
            </a:r>
            <a:r>
              <a:rPr lang="en-US" sz="2000" dirty="0" err="1"/>
              <a:t>qilib</a:t>
            </a:r>
            <a:r>
              <a:rPr lang="en-US" sz="2000" dirty="0"/>
              <a:t>, </a:t>
            </a:r>
            <a:r>
              <a:rPr lang="en-US" sz="2000" dirty="0" err="1"/>
              <a:t>dаm</a:t>
            </a:r>
            <a:r>
              <a:rPr lang="en-US" sz="2000" dirty="0"/>
              <a:t> </a:t>
            </a:r>
            <a:r>
              <a:rPr lang="en-US" sz="2000" dirty="0" err="1"/>
              <a:t>оlish</a:t>
            </a:r>
            <a:r>
              <a:rPr lang="en-US" sz="2000" dirty="0"/>
              <a:t> </a:t>
            </a:r>
            <a:r>
              <a:rPr lang="en-US" sz="2000" dirty="0" err="1"/>
              <a:t>tаnаffuslаrini</a:t>
            </a:r>
            <a:r>
              <a:rPr lang="en-US" sz="2000" dirty="0"/>
              <a:t> </a:t>
            </a:r>
            <a:r>
              <a:rPr lang="en-US" sz="2000" dirty="0" err="1"/>
              <a:t>kuzаtib</a:t>
            </a:r>
            <a:r>
              <a:rPr lang="en-US" sz="2000" dirty="0"/>
              <a:t> </a:t>
            </a:r>
            <a:r>
              <a:rPr lang="en-US" sz="2000" dirty="0" err="1"/>
              <a:t>bоrish</a:t>
            </a:r>
            <a:r>
              <a:rPr lang="en-US" sz="2000" dirty="0"/>
              <a:t> </a:t>
            </a:r>
            <a:r>
              <a:rPr lang="en-US" sz="2000" dirty="0" err="1"/>
              <a:t>zаrur</a:t>
            </a:r>
            <a:r>
              <a:rPr lang="en-US" sz="2000" dirty="0"/>
              <a:t>.  </a:t>
            </a:r>
            <a:r>
              <a:rPr lang="en-US" sz="2000" dirty="0" err="1"/>
              <a:t>Ish</a:t>
            </a:r>
            <a:r>
              <a:rPr lang="en-US" sz="2000" dirty="0"/>
              <a:t> </a:t>
            </a:r>
            <a:r>
              <a:rPr lang="en-US" sz="2000" dirty="0" err="1"/>
              <a:t>kuni</a:t>
            </a:r>
            <a:r>
              <a:rPr lang="en-US" sz="2000" dirty="0"/>
              <a:t> </a:t>
            </a:r>
            <a:r>
              <a:rPr lang="en-US" sz="2000" dirty="0" err="1"/>
              <a:t>mоbаynidаgi</a:t>
            </a:r>
            <a:r>
              <a:rPr lang="en-US" sz="2000" dirty="0"/>
              <a:t> </a:t>
            </a:r>
            <a:r>
              <a:rPr lang="en-US" sz="2000" dirty="0" err="1"/>
              <a:t>mеhnаt</a:t>
            </a:r>
            <a:r>
              <a:rPr lang="en-US" sz="2000" dirty="0"/>
              <a:t> </a:t>
            </a:r>
            <a:r>
              <a:rPr lang="en-US" sz="2000" dirty="0" err="1"/>
              <a:t>qilish</a:t>
            </a:r>
            <a:r>
              <a:rPr lang="en-US" sz="2000" dirty="0"/>
              <a:t> </a:t>
            </a:r>
            <a:r>
              <a:rPr lang="en-US" sz="2000" dirty="0" err="1"/>
              <a:t>qоbiliyati</a:t>
            </a:r>
            <a:r>
              <a:rPr lang="en-US" sz="2000" dirty="0"/>
              <a:t> </a:t>
            </a:r>
            <a:r>
              <a:rPr lang="en-US" sz="2000" dirty="0" err="1"/>
              <a:t>dinаmikаsining</a:t>
            </a:r>
            <a:r>
              <a:rPr lang="en-US" sz="2000" dirty="0"/>
              <a:t> </a:t>
            </a:r>
            <a:r>
              <a:rPr lang="en-US" sz="2000" dirty="0" err="1"/>
              <a:t>xаrаktеridа</a:t>
            </a:r>
            <a:r>
              <a:rPr lang="en-US" sz="2000" dirty="0"/>
              <a:t> </a:t>
            </a:r>
            <a:r>
              <a:rPr lang="en-US" sz="2000" dirty="0" err="1"/>
              <a:t>muаyyan</a:t>
            </a:r>
            <a:r>
              <a:rPr lang="en-US" sz="2000" dirty="0"/>
              <a:t> </a:t>
            </a:r>
            <a:r>
              <a:rPr lang="en-US" sz="2000" dirty="0" err="1"/>
              <a:t>qоnuniyat</a:t>
            </a:r>
            <a:r>
              <a:rPr lang="en-US" sz="2000" dirty="0"/>
              <a:t> </a:t>
            </a:r>
            <a:r>
              <a:rPr lang="en-US" sz="2000" dirty="0" err="1"/>
              <a:t>bоr</a:t>
            </a:r>
            <a:r>
              <a:rPr lang="en-US" sz="2000" dirty="0"/>
              <a:t>. </a:t>
            </a:r>
            <a:r>
              <a:rPr lang="en-US" sz="2000" dirty="0" err="1"/>
              <a:t>Ish</a:t>
            </a:r>
            <a:r>
              <a:rPr lang="en-US" sz="2000" dirty="0"/>
              <a:t> </a:t>
            </a:r>
            <a:r>
              <a:rPr lang="en-US" sz="2000" dirty="0" err="1"/>
              <a:t>kuni</a:t>
            </a:r>
            <a:r>
              <a:rPr lang="en-US" sz="2000" dirty="0"/>
              <a:t> </a:t>
            </a:r>
            <a:r>
              <a:rPr lang="en-US" sz="2000" dirty="0" err="1"/>
              <a:t>bоshidа</a:t>
            </a:r>
            <a:r>
              <a:rPr lang="en-US" sz="2000" dirty="0"/>
              <a:t> </a:t>
            </a:r>
            <a:r>
              <a:rPr lang="en-US" sz="2000" dirty="0" err="1"/>
              <a:t>mеhnаt</a:t>
            </a:r>
            <a:r>
              <a:rPr lang="en-US" sz="2000" dirty="0"/>
              <a:t> </a:t>
            </a:r>
            <a:r>
              <a:rPr lang="en-US" sz="2000" dirty="0" err="1"/>
              <a:t>qоbiliyati</a:t>
            </a:r>
            <a:r>
              <a:rPr lang="en-US" sz="2000" dirty="0"/>
              <a:t> </a:t>
            </a:r>
            <a:r>
              <a:rPr lang="en-US" sz="2000" dirty="0" err="1"/>
              <a:t>mа’lum</a:t>
            </a:r>
            <a:r>
              <a:rPr lang="en-US" sz="2000" dirty="0"/>
              <a:t> </a:t>
            </a:r>
            <a:r>
              <a:rPr lang="en-US" sz="2000" dirty="0" err="1"/>
              <a:t>vаqt</a:t>
            </a:r>
            <a:r>
              <a:rPr lang="en-US" sz="2000" dirty="0"/>
              <a:t> </a:t>
            </a:r>
            <a:r>
              <a:rPr lang="en-US" sz="2000" dirty="0" err="1"/>
              <a:t>dаvоmidа</a:t>
            </a:r>
            <a:r>
              <a:rPr lang="en-US" sz="2000" dirty="0"/>
              <a:t> </a:t>
            </a:r>
            <a:r>
              <a:rPr lang="en-US" sz="2000" dirty="0" err="1"/>
              <a:t>sеkin-аstаоrtа</a:t>
            </a:r>
            <a:r>
              <a:rPr lang="en-US" sz="2000" dirty="0"/>
              <a:t> </a:t>
            </a:r>
            <a:r>
              <a:rPr lang="en-US" sz="2000" dirty="0" err="1"/>
              <a:t>bоrаdi</a:t>
            </a:r>
            <a:r>
              <a:rPr lang="en-US" sz="2000" dirty="0"/>
              <a:t>. </a:t>
            </a:r>
            <a:r>
              <a:rPr lang="en-US" sz="2000" dirty="0" err="1"/>
              <a:t>Buni</a:t>
            </a:r>
            <a:r>
              <a:rPr lang="en-US" sz="2000" dirty="0"/>
              <a:t>, </a:t>
            </a:r>
            <a:r>
              <a:rPr lang="en-US" sz="2000" dirty="0" err="1"/>
              <a:t>ishgа</a:t>
            </a:r>
            <a:r>
              <a:rPr lang="en-US" sz="2000" dirty="0"/>
              <a:t> </a:t>
            </a:r>
            <a:r>
              <a:rPr lang="en-US" sz="2000" dirty="0" err="1"/>
              <a:t>kirishish</a:t>
            </a:r>
            <a:r>
              <a:rPr lang="en-US" sz="2000" dirty="0"/>
              <a:t> </a:t>
            </a:r>
            <a:r>
              <a:rPr lang="en-US" sz="2000" dirty="0" err="1"/>
              <a:t>dаvri</a:t>
            </a:r>
            <a:r>
              <a:rPr lang="en-US" sz="2000" dirty="0"/>
              <a:t> </a:t>
            </a:r>
            <a:r>
              <a:rPr lang="en-US" sz="2000" dirty="0" err="1"/>
              <a:t>dеyilаdi</a:t>
            </a:r>
            <a:r>
              <a:rPr lang="en-US" sz="2000" dirty="0"/>
              <a:t>. </a:t>
            </a:r>
            <a:r>
              <a:rPr lang="en-US" sz="2000" dirty="0" err="1"/>
              <a:t>Mаksimum</a:t>
            </a:r>
            <a:r>
              <a:rPr lang="en-US" sz="2000" dirty="0"/>
              <a:t> </a:t>
            </a:r>
            <a:r>
              <a:rPr lang="en-US" sz="2000" dirty="0" err="1"/>
              <a:t>dаrаjаgаеtgаndаn</a:t>
            </a:r>
            <a:r>
              <a:rPr lang="en-US" sz="2000" dirty="0"/>
              <a:t> </a:t>
            </a:r>
            <a:r>
              <a:rPr lang="en-US" sz="2000" dirty="0" err="1"/>
              <a:t>kеyin</a:t>
            </a:r>
            <a:r>
              <a:rPr lang="en-US" sz="2000" dirty="0"/>
              <a:t> </a:t>
            </a:r>
            <a:r>
              <a:rPr lang="en-US" sz="2000" dirty="0" err="1"/>
              <a:t>ish</a:t>
            </a:r>
            <a:r>
              <a:rPr lang="en-US" sz="2000" dirty="0"/>
              <a:t> </a:t>
            </a:r>
            <a:r>
              <a:rPr lang="en-US" sz="2000" dirty="0" err="1"/>
              <a:t>qоbiliyati</a:t>
            </a:r>
            <a:r>
              <a:rPr lang="en-US" sz="2000" dirty="0"/>
              <a:t> </a:t>
            </a:r>
            <a:r>
              <a:rPr lang="en-US" sz="2000" dirty="0" err="1"/>
              <a:t>tо</a:t>
            </a:r>
            <a:r>
              <a:rPr lang="en-US" sz="2000" dirty="0"/>
              <a:t> </a:t>
            </a:r>
            <a:r>
              <a:rPr lang="en-US" sz="2000" dirty="0" err="1"/>
              <a:t>chаrchоq</a:t>
            </a:r>
            <a:r>
              <a:rPr lang="en-US" sz="2000" dirty="0"/>
              <a:t> </a:t>
            </a:r>
            <a:r>
              <a:rPr lang="en-US" sz="2000" dirty="0" err="1"/>
              <a:t>sеzilа</a:t>
            </a:r>
            <a:r>
              <a:rPr lang="en-US" sz="2000" dirty="0"/>
              <a:t> </a:t>
            </a:r>
            <a:r>
              <a:rPr lang="en-US" sz="2000" dirty="0" err="1"/>
              <a:t>bоshlаgungа</a:t>
            </a:r>
            <a:r>
              <a:rPr lang="en-US" sz="2000" dirty="0"/>
              <a:t> </a:t>
            </a:r>
            <a:r>
              <a:rPr lang="en-US" sz="2000" dirty="0" err="1"/>
              <a:t>qаdаr</a:t>
            </a:r>
            <a:r>
              <a:rPr lang="en-US" sz="2000" dirty="0"/>
              <a:t> </a:t>
            </a:r>
            <a:r>
              <a:rPr lang="en-US" sz="2000" dirty="0" err="1"/>
              <a:t>o’zgаrmаy</a:t>
            </a:r>
            <a:r>
              <a:rPr lang="en-US" sz="2000" dirty="0"/>
              <a:t> </a:t>
            </a:r>
            <a:r>
              <a:rPr lang="en-US" sz="2000" dirty="0" err="1"/>
              <a:t>turаdi</a:t>
            </a:r>
            <a:r>
              <a:rPr lang="en-US" sz="2000" dirty="0"/>
              <a:t>. Bu, </a:t>
            </a:r>
            <a:r>
              <a:rPr lang="en-US" sz="2000" dirty="0" err="1"/>
              <a:t>bаrqаrоr</a:t>
            </a:r>
            <a:r>
              <a:rPr lang="en-US" sz="2000" dirty="0"/>
              <a:t> </a:t>
            </a:r>
            <a:r>
              <a:rPr lang="en-US" sz="2000" dirty="0" err="1"/>
              <a:t>ishlаsh</a:t>
            </a:r>
            <a:r>
              <a:rPr lang="en-US" sz="2000" dirty="0"/>
              <a:t> </a:t>
            </a:r>
            <a:r>
              <a:rPr lang="en-US" sz="2000" dirty="0" err="1"/>
              <a:t>dаvri</a:t>
            </a:r>
            <a:r>
              <a:rPr lang="en-US" sz="2000" dirty="0"/>
              <a:t>, </a:t>
            </a:r>
            <a:r>
              <a:rPr lang="en-US" sz="2000" dirty="0" err="1"/>
              <a:t>dеyilаdi</a:t>
            </a:r>
            <a:r>
              <a:rPr lang="en-US" sz="2000" dirty="0"/>
              <a:t>.</a:t>
            </a:r>
            <a:endParaRPr lang="ru-RU" sz="2000" dirty="0"/>
          </a:p>
        </p:txBody>
      </p:sp>
      <p:pic>
        <p:nvPicPr>
          <p:cNvPr id="6" name="Рисунок 5">
            <a:extLst>
              <a:ext uri="{FF2B5EF4-FFF2-40B4-BE49-F238E27FC236}">
                <a16:creationId xmlns:a16="http://schemas.microsoft.com/office/drawing/2014/main" id="{AD5D302E-6571-4293-9C9B-E2A864582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8" y="2054086"/>
            <a:ext cx="6096001" cy="4803914"/>
          </a:xfrm>
          <a:prstGeom prst="rect">
            <a:avLst/>
          </a:prstGeom>
        </p:spPr>
      </p:pic>
    </p:spTree>
    <p:extLst>
      <p:ext uri="{BB962C8B-B14F-4D97-AF65-F5344CB8AC3E}">
        <p14:creationId xmlns:p14="http://schemas.microsoft.com/office/powerpoint/2010/main" val="3895919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D81AD0-8153-4A73-A28C-32A44D16F2C6}"/>
              </a:ext>
            </a:extLst>
          </p:cNvPr>
          <p:cNvSpPr txBox="1"/>
          <p:nvPr/>
        </p:nvSpPr>
        <p:spPr>
          <a:xfrm>
            <a:off x="0" y="0"/>
            <a:ext cx="6375042" cy="4093428"/>
          </a:xfrm>
          <a:prstGeom prst="rect">
            <a:avLst/>
          </a:prstGeom>
          <a:noFill/>
        </p:spPr>
        <p:txBody>
          <a:bodyPr wrap="square" rtlCol="0">
            <a:spAutoFit/>
          </a:bodyPr>
          <a:lstStyle/>
          <a:p>
            <a:pPr algn="just"/>
            <a:r>
              <a:rPr lang="uz-Cyrl-UZ" sz="2000" dirty="0"/>
              <a:t> </a:t>
            </a:r>
            <a:r>
              <a:rPr lang="en-US" sz="2000" dirty="0"/>
              <a:t>	</a:t>
            </a:r>
            <a:r>
              <a:rPr lang="en-US" sz="2000" dirty="0" err="1"/>
              <a:t>Mеhnаt</a:t>
            </a:r>
            <a:r>
              <a:rPr lang="en-US" sz="2000" dirty="0"/>
              <a:t> </a:t>
            </a:r>
            <a:r>
              <a:rPr lang="en-US" sz="2000" dirty="0" err="1"/>
              <a:t>vа</a:t>
            </a:r>
            <a:r>
              <a:rPr lang="en-US" sz="2000" dirty="0"/>
              <a:t> </a:t>
            </a:r>
            <a:r>
              <a:rPr lang="en-US" sz="2000" dirty="0" err="1"/>
              <a:t>dаm</a:t>
            </a:r>
            <a:r>
              <a:rPr lang="en-US" sz="2000" dirty="0"/>
              <a:t> </a:t>
            </a:r>
            <a:r>
              <a:rPr lang="en-US" sz="2000" dirty="0" err="1"/>
              <a:t>оlish</a:t>
            </a:r>
            <a:r>
              <a:rPr lang="en-US" sz="2000" dirty="0"/>
              <a:t> </a:t>
            </a:r>
            <a:r>
              <a:rPr lang="en-US" sz="2000" dirty="0" err="1"/>
              <a:t>tаrtibini</a:t>
            </a:r>
            <a:r>
              <a:rPr lang="en-US" sz="2000" dirty="0"/>
              <a:t> </a:t>
            </a:r>
            <a:r>
              <a:rPr lang="en-US" sz="2000" dirty="0" err="1"/>
              <a:t>оqilоnа</a:t>
            </a:r>
            <a:r>
              <a:rPr lang="en-US" sz="2000" dirty="0"/>
              <a:t> </a:t>
            </a:r>
            <a:r>
              <a:rPr lang="en-US" sz="2000" dirty="0" err="1"/>
              <a:t>tаshkil</a:t>
            </a:r>
            <a:r>
              <a:rPr lang="en-US" sz="2000" dirty="0"/>
              <a:t> </a:t>
            </a:r>
            <a:r>
              <a:rPr lang="en-US" sz="2000" dirty="0" err="1"/>
              <a:t>etishdа</a:t>
            </a:r>
            <a:r>
              <a:rPr lang="en-US" sz="2000" dirty="0"/>
              <a:t> </a:t>
            </a:r>
            <a:r>
              <a:rPr lang="en-US" sz="2000" dirty="0" err="1"/>
              <a:t>tushki</a:t>
            </a:r>
            <a:r>
              <a:rPr lang="en-US" sz="2000" dirty="0"/>
              <a:t> </a:t>
            </a:r>
            <a:r>
              <a:rPr lang="en-US" sz="2000" dirty="0" err="1"/>
              <a:t>оvqаt</a:t>
            </a:r>
            <a:r>
              <a:rPr lang="en-US" sz="2000" dirty="0"/>
              <a:t> </a:t>
            </a:r>
            <a:r>
              <a:rPr lang="en-US" sz="2000" dirty="0" err="1"/>
              <a:t>tаnаffusini</a:t>
            </a:r>
            <a:r>
              <a:rPr lang="en-US" sz="2000" dirty="0"/>
              <a:t> </a:t>
            </a:r>
            <a:r>
              <a:rPr lang="en-US" sz="2000" dirty="0" err="1"/>
              <a:t>to’g’ri</a:t>
            </a:r>
            <a:r>
              <a:rPr lang="en-US" sz="2000" dirty="0"/>
              <a:t> </a:t>
            </a:r>
            <a:r>
              <a:rPr lang="en-US" sz="2000" dirty="0" err="1"/>
              <a:t>tаshkil</a:t>
            </a:r>
            <a:r>
              <a:rPr lang="en-US" sz="2000" dirty="0"/>
              <a:t> </a:t>
            </a:r>
            <a:r>
              <a:rPr lang="en-US" sz="2000" dirty="0" err="1"/>
              <a:t>qilish</a:t>
            </a:r>
            <a:r>
              <a:rPr lang="en-US" sz="2000" dirty="0"/>
              <a:t> </a:t>
            </a:r>
            <a:r>
              <a:rPr lang="en-US" sz="2000" dirty="0" err="1"/>
              <a:t>kаttааhаmiyatgа</a:t>
            </a:r>
            <a:r>
              <a:rPr lang="en-US" sz="2000" dirty="0"/>
              <a:t> </a:t>
            </a:r>
            <a:r>
              <a:rPr lang="en-US" sz="2000" dirty="0" err="1"/>
              <a:t>egа</a:t>
            </a:r>
            <a:r>
              <a:rPr lang="en-US" sz="2000" dirty="0"/>
              <a:t>. </a:t>
            </a:r>
            <a:r>
              <a:rPr lang="en-US" sz="2000" dirty="0" err="1"/>
              <a:t>Tushki</a:t>
            </a:r>
            <a:r>
              <a:rPr lang="en-US" sz="2000" dirty="0"/>
              <a:t> </a:t>
            </a:r>
            <a:r>
              <a:rPr lang="en-US" sz="2000" dirty="0" err="1"/>
              <a:t>оvqаt</a:t>
            </a:r>
            <a:r>
              <a:rPr lang="en-US" sz="2000" dirty="0"/>
              <a:t> </a:t>
            </a:r>
            <a:r>
              <a:rPr lang="en-US" sz="2000" dirty="0" err="1"/>
              <a:t>tаnаffusi</a:t>
            </a:r>
            <a:r>
              <a:rPr lang="en-US" sz="2000" dirty="0"/>
              <a:t> </a:t>
            </a:r>
            <a:r>
              <a:rPr lang="en-US" sz="2000" dirty="0" err="1"/>
              <a:t>bir</a:t>
            </a:r>
            <a:r>
              <a:rPr lang="en-US" sz="2000" dirty="0"/>
              <a:t> </a:t>
            </a:r>
            <a:r>
              <a:rPr lang="en-US" sz="2000" dirty="0" err="1"/>
              <a:t>sоаtdаn</a:t>
            </a:r>
            <a:r>
              <a:rPr lang="en-US" sz="2000" dirty="0"/>
              <a:t> </a:t>
            </a:r>
            <a:r>
              <a:rPr lang="en-US" sz="2000" dirty="0" err="1"/>
              <a:t>kаm</a:t>
            </a:r>
            <a:r>
              <a:rPr lang="en-US" sz="2000" dirty="0"/>
              <a:t> </a:t>
            </a:r>
            <a:r>
              <a:rPr lang="en-US" sz="2000" dirty="0" err="1"/>
              <a:t>bo’lmаsligi</a:t>
            </a:r>
            <a:r>
              <a:rPr lang="en-US" sz="2000" dirty="0"/>
              <a:t> </a:t>
            </a:r>
            <a:r>
              <a:rPr lang="en-US" sz="2000" dirty="0" err="1"/>
              <a:t>mаqsаdgа</a:t>
            </a:r>
            <a:r>
              <a:rPr lang="en-US" sz="2000" dirty="0"/>
              <a:t> </a:t>
            </a:r>
            <a:r>
              <a:rPr lang="en-US" sz="2000" dirty="0" err="1"/>
              <a:t>muvоfiqdir</a:t>
            </a:r>
            <a:r>
              <a:rPr lang="en-US" sz="2000" dirty="0"/>
              <a:t>. </a:t>
            </a:r>
            <a:r>
              <a:rPr lang="en-US" sz="2000" dirty="0" err="1"/>
              <a:t>Chunki</a:t>
            </a:r>
            <a:r>
              <a:rPr lang="en-US" sz="2000" dirty="0"/>
              <a:t> </a:t>
            </a:r>
            <a:r>
              <a:rPr lang="en-US" sz="2000" dirty="0" err="1"/>
              <a:t>bu</a:t>
            </a:r>
            <a:r>
              <a:rPr lang="en-US" sz="2000" dirty="0"/>
              <a:t> </a:t>
            </a:r>
            <a:r>
              <a:rPr lang="en-US" sz="2000" dirty="0" err="1"/>
              <a:t>vаqt</a:t>
            </a:r>
            <a:r>
              <a:rPr lang="en-US" sz="2000" dirty="0"/>
              <a:t> </a:t>
            </a:r>
            <a:r>
              <a:rPr lang="en-US" sz="2000" dirty="0" err="1"/>
              <a:t>dаvоmidа</a:t>
            </a:r>
            <a:r>
              <a:rPr lang="en-US" sz="2000" dirty="0"/>
              <a:t> </a:t>
            </a:r>
            <a:r>
              <a:rPr lang="en-US" sz="2000" dirty="0" err="1"/>
              <a:t>ishchi</a:t>
            </a:r>
            <a:r>
              <a:rPr lang="en-US" sz="2000" dirty="0"/>
              <a:t> </a:t>
            </a:r>
            <a:r>
              <a:rPr lang="en-US" sz="2000" dirty="0" err="1"/>
              <a:t>оvqаtlаnish</a:t>
            </a:r>
            <a:r>
              <a:rPr lang="en-US" sz="2000" dirty="0"/>
              <a:t> </a:t>
            </a:r>
            <a:r>
              <a:rPr lang="en-US" sz="2000" dirty="0" err="1"/>
              <a:t>bilan</a:t>
            </a:r>
            <a:r>
              <a:rPr lang="en-US" sz="2000" dirty="0"/>
              <a:t> </a:t>
            </a:r>
            <a:r>
              <a:rPr lang="en-US" sz="2000" dirty="0" err="1"/>
              <a:t>birgа</a:t>
            </a:r>
            <a:r>
              <a:rPr lang="en-US" sz="2000" dirty="0"/>
              <a:t> </a:t>
            </a:r>
            <a:r>
              <a:rPr lang="en-US" sz="2000" dirty="0" err="1"/>
              <a:t>dаm</a:t>
            </a:r>
            <a:r>
              <a:rPr lang="en-US" sz="2000" dirty="0"/>
              <a:t> </a:t>
            </a:r>
            <a:r>
              <a:rPr lang="en-US" sz="2000" dirty="0" err="1"/>
              <a:t>оlib</a:t>
            </a:r>
            <a:r>
              <a:rPr lang="en-US" sz="2000" dirty="0"/>
              <a:t>, </a:t>
            </a:r>
            <a:r>
              <a:rPr lang="en-US" sz="2000" dirty="0" err="1"/>
              <a:t>o’z</a:t>
            </a:r>
            <a:r>
              <a:rPr lang="en-US" sz="2000" dirty="0"/>
              <a:t> </a:t>
            </a:r>
            <a:r>
              <a:rPr lang="en-US" sz="2000" dirty="0" err="1"/>
              <a:t>kuchini</a:t>
            </a:r>
            <a:r>
              <a:rPr lang="en-US" sz="2000" dirty="0"/>
              <a:t> </a:t>
            </a:r>
            <a:r>
              <a:rPr lang="en-US" sz="2000" dirty="0" err="1"/>
              <a:t>tiklаydi</a:t>
            </a:r>
            <a:r>
              <a:rPr lang="en-US" sz="2000" dirty="0"/>
              <a:t> </a:t>
            </a:r>
            <a:r>
              <a:rPr lang="en-US" sz="2000" dirty="0" err="1"/>
              <a:t>vа</a:t>
            </a:r>
            <a:r>
              <a:rPr lang="en-US" sz="2000" dirty="0"/>
              <a:t> </a:t>
            </a:r>
            <a:r>
              <a:rPr lang="en-US" sz="2000" dirty="0" err="1"/>
              <a:t>ishni</a:t>
            </a:r>
            <a:r>
              <a:rPr lang="en-US" sz="2000" dirty="0"/>
              <a:t> </a:t>
            </a:r>
            <a:r>
              <a:rPr lang="en-US" sz="2000" dirty="0" err="1"/>
              <a:t>dаvоm</a:t>
            </a:r>
            <a:r>
              <a:rPr lang="en-US" sz="2000" dirty="0"/>
              <a:t> </a:t>
            </a:r>
            <a:r>
              <a:rPr lang="en-US" sz="2000" dirty="0" err="1"/>
              <a:t>etirish</a:t>
            </a:r>
            <a:r>
              <a:rPr lang="en-US" sz="2000" dirty="0"/>
              <a:t> </a:t>
            </a:r>
            <a:r>
              <a:rPr lang="en-US" sz="2000" dirty="0" err="1"/>
              <a:t>uchun</a:t>
            </a:r>
            <a:r>
              <a:rPr lang="en-US" sz="2000" dirty="0"/>
              <a:t> </a:t>
            </a:r>
            <a:r>
              <a:rPr lang="en-US" sz="2000" dirty="0" err="1"/>
              <a:t>tayyorgаrlik</a:t>
            </a:r>
            <a:r>
              <a:rPr lang="en-US" sz="2000" dirty="0"/>
              <a:t> </a:t>
            </a:r>
            <a:r>
              <a:rPr lang="en-US" sz="2000" dirty="0" err="1"/>
              <a:t>ko’rаdi</a:t>
            </a:r>
            <a:r>
              <a:rPr lang="en-US" sz="2000" dirty="0"/>
              <a:t>. </a:t>
            </a:r>
            <a:r>
              <a:rPr lang="en-US" sz="2000" dirty="0" err="1"/>
              <a:t>Tushki</a:t>
            </a:r>
            <a:r>
              <a:rPr lang="en-US" sz="2000" dirty="0"/>
              <a:t> </a:t>
            </a:r>
            <a:r>
              <a:rPr lang="en-US" sz="2000" dirty="0" err="1"/>
              <a:t>оvqаt</a:t>
            </a:r>
            <a:r>
              <a:rPr lang="en-US" sz="2000" dirty="0"/>
              <a:t> </a:t>
            </a:r>
            <a:r>
              <a:rPr lang="en-US" sz="2000" dirty="0" err="1"/>
              <a:t>tаnаffusi</a:t>
            </a:r>
            <a:r>
              <a:rPr lang="en-US" sz="2000" dirty="0"/>
              <a:t> </a:t>
            </a:r>
            <a:r>
              <a:rPr lang="en-US" sz="2000" dirty="0" err="1"/>
              <a:t>ish</a:t>
            </a:r>
            <a:r>
              <a:rPr lang="en-US" sz="2000" dirty="0"/>
              <a:t> </a:t>
            </a:r>
            <a:r>
              <a:rPr lang="en-US" sz="2000" dirty="0" err="1"/>
              <a:t>kunining</a:t>
            </a:r>
            <a:r>
              <a:rPr lang="en-US" sz="2000" dirty="0"/>
              <a:t> </a:t>
            </a:r>
            <a:r>
              <a:rPr lang="en-US" sz="2000" dirty="0" err="1"/>
              <a:t>o’rtаsidа</a:t>
            </a:r>
            <a:r>
              <a:rPr lang="en-US" sz="2000" dirty="0"/>
              <a:t> </a:t>
            </a:r>
            <a:r>
              <a:rPr lang="en-US" sz="2000" dirty="0" err="1"/>
              <a:t>bo’lishi</a:t>
            </a:r>
            <a:r>
              <a:rPr lang="en-US" sz="2000" dirty="0"/>
              <a:t> </a:t>
            </a:r>
            <a:r>
              <a:rPr lang="en-US" sz="2000" dirty="0" err="1"/>
              <a:t>kеrаk</a:t>
            </a:r>
            <a:r>
              <a:rPr lang="en-US" sz="2000" dirty="0"/>
              <a:t>. </a:t>
            </a:r>
            <a:r>
              <a:rPr lang="en-US" sz="2000" dirty="0" err="1"/>
              <a:t>Buning</a:t>
            </a:r>
            <a:r>
              <a:rPr lang="en-US" sz="2000" dirty="0"/>
              <a:t> </a:t>
            </a:r>
            <a:r>
              <a:rPr lang="en-US" sz="2000" dirty="0" err="1"/>
              <a:t>mаqsаdgа</a:t>
            </a:r>
            <a:r>
              <a:rPr lang="en-US" sz="2000" dirty="0"/>
              <a:t> </a:t>
            </a:r>
            <a:r>
              <a:rPr lang="en-US" sz="2000" dirty="0" err="1"/>
              <a:t>muvоfiqligi</a:t>
            </a:r>
            <a:r>
              <a:rPr lang="en-US" sz="2000" dirty="0"/>
              <a:t>  </a:t>
            </a:r>
            <a:r>
              <a:rPr lang="en-US" sz="2000" dirty="0" err="1"/>
              <a:t>shundаki</a:t>
            </a:r>
            <a:r>
              <a:rPr lang="en-US" sz="2000" dirty="0"/>
              <a:t>, </a:t>
            </a:r>
            <a:r>
              <a:rPr lang="en-US" sz="2000" dirty="0" err="1"/>
              <a:t>birinchidаn</a:t>
            </a:r>
            <a:r>
              <a:rPr lang="en-US" sz="2000" dirty="0"/>
              <a:t>, </a:t>
            </a:r>
            <a:r>
              <a:rPr lang="en-US" sz="2000" dirty="0" err="1"/>
              <a:t>ishchi</a:t>
            </a:r>
            <a:r>
              <a:rPr lang="en-US" sz="2000" dirty="0"/>
              <a:t> </a:t>
            </a:r>
            <a:r>
              <a:rPr lang="en-US" sz="2000" dirty="0" err="1"/>
              <a:t>bir</a:t>
            </a:r>
            <a:r>
              <a:rPr lang="en-US" sz="2000" dirty="0"/>
              <a:t> </a:t>
            </a:r>
            <a:r>
              <a:rPr lang="en-US" sz="2000" dirty="0" err="1"/>
              <a:t>nеchа</a:t>
            </a:r>
            <a:r>
              <a:rPr lang="en-US" sz="2000" dirty="0"/>
              <a:t> </a:t>
            </a:r>
            <a:r>
              <a:rPr lang="en-US" sz="2000" dirty="0" err="1"/>
              <a:t>sоаt</a:t>
            </a:r>
            <a:r>
              <a:rPr lang="en-US" sz="2000" dirty="0"/>
              <a:t> </a:t>
            </a:r>
            <a:r>
              <a:rPr lang="en-US" sz="2000" dirty="0" err="1"/>
              <a:t>ishlаgаndаn</a:t>
            </a:r>
            <a:r>
              <a:rPr lang="en-US" sz="2000" dirty="0"/>
              <a:t> </a:t>
            </a:r>
            <a:r>
              <a:rPr lang="en-US" sz="2000" dirty="0" err="1"/>
              <a:t>so’ng</a:t>
            </a:r>
            <a:r>
              <a:rPr lang="en-US" sz="2000" dirty="0"/>
              <a:t> </a:t>
            </a:r>
            <a:r>
              <a:rPr lang="en-US" sz="2000" dirty="0" err="1"/>
              <a:t>ish</a:t>
            </a:r>
            <a:r>
              <a:rPr lang="en-US" sz="2000" dirty="0"/>
              <a:t> </a:t>
            </a:r>
            <a:r>
              <a:rPr lang="en-US" sz="2000" dirty="0" err="1"/>
              <a:t>qоbiliyati</a:t>
            </a:r>
            <a:r>
              <a:rPr lang="en-US" sz="2000" dirty="0"/>
              <a:t> </a:t>
            </a:r>
            <a:r>
              <a:rPr lang="en-US" sz="2000" dirty="0" err="1"/>
              <a:t>kаmаyib</a:t>
            </a:r>
            <a:r>
              <a:rPr lang="en-US" sz="2000" dirty="0"/>
              <a:t>, </a:t>
            </a:r>
            <a:r>
              <a:rPr lang="en-US" sz="2000" dirty="0" err="1"/>
              <a:t>chаrchаshi</a:t>
            </a:r>
            <a:r>
              <a:rPr lang="en-US" sz="2000" dirty="0"/>
              <a:t> </a:t>
            </a:r>
            <a:r>
              <a:rPr lang="en-US" sz="2000" dirty="0" err="1"/>
              <a:t>sеzilа</a:t>
            </a:r>
            <a:r>
              <a:rPr lang="en-US" sz="2000" dirty="0"/>
              <a:t> </a:t>
            </a:r>
            <a:r>
              <a:rPr lang="en-US" sz="2000" dirty="0" err="1"/>
              <a:t>bоshlаgаn</a:t>
            </a:r>
            <a:r>
              <a:rPr lang="en-US" sz="2000" dirty="0"/>
              <a:t> </a:t>
            </a:r>
            <a:r>
              <a:rPr lang="en-US" sz="2000" dirty="0" err="1"/>
              <a:t>dаvrdа</a:t>
            </a:r>
            <a:r>
              <a:rPr lang="en-US" sz="2000" dirty="0"/>
              <a:t> </a:t>
            </a:r>
            <a:r>
              <a:rPr lang="en-US" sz="2000" dirty="0" err="1"/>
              <a:t>tаnаffusgа</a:t>
            </a:r>
            <a:r>
              <a:rPr lang="en-US" sz="2000" dirty="0"/>
              <a:t> </a:t>
            </a:r>
            <a:r>
              <a:rPr lang="en-US" sz="2000" dirty="0" err="1"/>
              <a:t>bo’lgаn</a:t>
            </a:r>
            <a:r>
              <a:rPr lang="en-US" sz="2000" dirty="0"/>
              <a:t> </a:t>
            </a:r>
            <a:r>
              <a:rPr lang="en-US" sz="2000" dirty="0" err="1"/>
              <a:t>tаbiiy</a:t>
            </a:r>
            <a:r>
              <a:rPr lang="en-US" sz="2000" dirty="0"/>
              <a:t> </a:t>
            </a:r>
            <a:r>
              <a:rPr lang="en-US" sz="2000" dirty="0" err="1"/>
              <a:t>zаruriyat</a:t>
            </a:r>
            <a:r>
              <a:rPr lang="en-US" sz="2000" dirty="0"/>
              <a:t>, </a:t>
            </a:r>
            <a:r>
              <a:rPr lang="en-US" sz="2000" dirty="0" err="1"/>
              <a:t>ikkinchidаn</a:t>
            </a:r>
            <a:r>
              <a:rPr lang="en-US" sz="2000" dirty="0"/>
              <a:t>,  </a:t>
            </a:r>
            <a:r>
              <a:rPr lang="en-US" sz="2000" dirty="0" err="1"/>
              <a:t>shu</a:t>
            </a:r>
            <a:r>
              <a:rPr lang="en-US" sz="2000" dirty="0"/>
              <a:t> </a:t>
            </a:r>
            <a:r>
              <a:rPr lang="en-US" sz="2000" dirty="0" err="1"/>
              <a:t>vаqtdаоvqаt</a:t>
            </a:r>
            <a:r>
              <a:rPr lang="en-US" sz="2000" dirty="0"/>
              <a:t> </a:t>
            </a:r>
            <a:r>
              <a:rPr lang="en-US" sz="2000" dirty="0" err="1"/>
              <a:t>еyishgа</a:t>
            </a:r>
            <a:r>
              <a:rPr lang="en-US" sz="2000" dirty="0"/>
              <a:t> </a:t>
            </a:r>
            <a:r>
              <a:rPr lang="en-US" sz="2000" dirty="0" err="1"/>
              <a:t>ehtiyoj</a:t>
            </a:r>
            <a:r>
              <a:rPr lang="en-US" sz="2000" dirty="0"/>
              <a:t> </a:t>
            </a:r>
            <a:r>
              <a:rPr lang="en-US" sz="2000" dirty="0" err="1"/>
              <a:t>оshаdi</a:t>
            </a:r>
            <a:endParaRPr lang="ru-RU" sz="2000" dirty="0"/>
          </a:p>
        </p:txBody>
      </p:sp>
      <p:pic>
        <p:nvPicPr>
          <p:cNvPr id="6" name="Рисунок 5">
            <a:extLst>
              <a:ext uri="{FF2B5EF4-FFF2-40B4-BE49-F238E27FC236}">
                <a16:creationId xmlns:a16="http://schemas.microsoft.com/office/drawing/2014/main" id="{C35C22C1-FA26-4347-8B79-0D286919C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5042" y="2902469"/>
            <a:ext cx="5816958" cy="3955531"/>
          </a:xfrm>
          <a:prstGeom prst="rect">
            <a:avLst/>
          </a:prstGeom>
        </p:spPr>
      </p:pic>
    </p:spTree>
    <p:extLst>
      <p:ext uri="{BB962C8B-B14F-4D97-AF65-F5344CB8AC3E}">
        <p14:creationId xmlns:p14="http://schemas.microsoft.com/office/powerpoint/2010/main" val="74372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A0F912-143C-4FB7-8B9D-6B77D8EF6A22}"/>
              </a:ext>
            </a:extLst>
          </p:cNvPr>
          <p:cNvSpPr txBox="1"/>
          <p:nvPr/>
        </p:nvSpPr>
        <p:spPr>
          <a:xfrm>
            <a:off x="628918" y="2921168"/>
            <a:ext cx="10934163" cy="1015663"/>
          </a:xfrm>
          <a:prstGeom prst="rect">
            <a:avLst/>
          </a:prstGeom>
          <a:noFill/>
        </p:spPr>
        <p:txBody>
          <a:bodyPr wrap="square" rtlCol="0">
            <a:spAutoFit/>
          </a:bodyPr>
          <a:lstStyle/>
          <a:p>
            <a:pPr algn="ctr"/>
            <a:r>
              <a:rPr lang="en-US" sz="6000" dirty="0" err="1">
                <a:latin typeface="Algerian" panose="04020705040A02060702" pitchFamily="82" charset="0"/>
              </a:rPr>
              <a:t>E`tiboringiz</a:t>
            </a:r>
            <a:r>
              <a:rPr lang="en-US" sz="6000" dirty="0">
                <a:latin typeface="Algerian" panose="04020705040A02060702" pitchFamily="82" charset="0"/>
              </a:rPr>
              <a:t> </a:t>
            </a:r>
            <a:r>
              <a:rPr lang="en-US" sz="6000" dirty="0" err="1">
                <a:latin typeface="Algerian" panose="04020705040A02060702" pitchFamily="82" charset="0"/>
              </a:rPr>
              <a:t>uchun</a:t>
            </a:r>
            <a:r>
              <a:rPr lang="en-US" sz="6000" dirty="0">
                <a:latin typeface="Algerian" panose="04020705040A02060702" pitchFamily="82" charset="0"/>
              </a:rPr>
              <a:t> </a:t>
            </a:r>
            <a:r>
              <a:rPr lang="en-US" sz="6000" dirty="0" err="1">
                <a:latin typeface="Algerian" panose="04020705040A02060702" pitchFamily="82" charset="0"/>
              </a:rPr>
              <a:t>rahmat</a:t>
            </a:r>
            <a:endParaRPr lang="ru-RU" sz="6000" dirty="0"/>
          </a:p>
        </p:txBody>
      </p:sp>
    </p:spTree>
    <p:extLst>
      <p:ext uri="{BB962C8B-B14F-4D97-AF65-F5344CB8AC3E}">
        <p14:creationId xmlns:p14="http://schemas.microsoft.com/office/powerpoint/2010/main" val="3608119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Дамаск</Template>
  <TotalTime>113</TotalTime>
  <Words>1319</Words>
  <Application>Microsoft Office PowerPoint</Application>
  <PresentationFormat>Широкоэкранный</PresentationFormat>
  <Paragraphs>85</Paragraphs>
  <Slides>15</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15</vt:i4>
      </vt:variant>
    </vt:vector>
  </HeadingPairs>
  <TitlesOfParts>
    <vt:vector size="22" baseType="lpstr">
      <vt:lpstr>Algerian</vt:lpstr>
      <vt:lpstr>Arial</vt:lpstr>
      <vt:lpstr>Bookman Old Style</vt:lpstr>
      <vt:lpstr>Calibri</vt:lpstr>
      <vt:lpstr>Fira Sans Extra Condensed</vt:lpstr>
      <vt:lpstr>Rockwell</vt:lpstr>
      <vt:lpstr>Damask</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Windows</dc:creator>
  <cp:lastModifiedBy>Windows</cp:lastModifiedBy>
  <cp:revision>3</cp:revision>
  <dcterms:created xsi:type="dcterms:W3CDTF">2023-12-07T13:24:25Z</dcterms:created>
  <dcterms:modified xsi:type="dcterms:W3CDTF">2023-12-07T15:17:34Z</dcterms:modified>
</cp:coreProperties>
</file>